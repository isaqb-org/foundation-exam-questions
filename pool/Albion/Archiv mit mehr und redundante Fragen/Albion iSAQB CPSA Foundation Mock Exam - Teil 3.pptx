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7410" r:id="rId1"/>
    <p:sldMasterId id="2147487430" r:id="rId2"/>
    <p:sldMasterId id="2147487435" r:id="rId3"/>
  </p:sldMasterIdLst>
  <p:notesMasterIdLst>
    <p:notesMasterId r:id="rId53"/>
  </p:notesMasterIdLst>
  <p:handoutMasterIdLst>
    <p:handoutMasterId r:id="rId54"/>
  </p:handoutMasterIdLst>
  <p:sldIdLst>
    <p:sldId id="1214" r:id="rId4"/>
    <p:sldId id="1778" r:id="rId5"/>
    <p:sldId id="1788" r:id="rId6"/>
    <p:sldId id="1806" r:id="rId7"/>
    <p:sldId id="1807" r:id="rId8"/>
    <p:sldId id="1808" r:id="rId9"/>
    <p:sldId id="1789" r:id="rId10"/>
    <p:sldId id="1805" r:id="rId11"/>
    <p:sldId id="1810" r:id="rId12"/>
    <p:sldId id="1811" r:id="rId13"/>
    <p:sldId id="1812" r:id="rId14"/>
    <p:sldId id="1813" r:id="rId15"/>
    <p:sldId id="1850" r:id="rId16"/>
    <p:sldId id="1814" r:id="rId17"/>
    <p:sldId id="1790" r:id="rId18"/>
    <p:sldId id="1817" r:id="rId19"/>
    <p:sldId id="1818" r:id="rId20"/>
    <p:sldId id="1791" r:id="rId21"/>
    <p:sldId id="1820" r:id="rId22"/>
    <p:sldId id="1821" r:id="rId23"/>
    <p:sldId id="1822" r:id="rId24"/>
    <p:sldId id="1823" r:id="rId25"/>
    <p:sldId id="1824" r:id="rId26"/>
    <p:sldId id="1792" r:id="rId27"/>
    <p:sldId id="1825" r:id="rId28"/>
    <p:sldId id="1826" r:id="rId29"/>
    <p:sldId id="1827" r:id="rId30"/>
    <p:sldId id="1828" r:id="rId31"/>
    <p:sldId id="1829" r:id="rId32"/>
    <p:sldId id="1830" r:id="rId33"/>
    <p:sldId id="1831" r:id="rId34"/>
    <p:sldId id="1793" r:id="rId35"/>
    <p:sldId id="1832" r:id="rId36"/>
    <p:sldId id="1833" r:id="rId37"/>
    <p:sldId id="1853" r:id="rId38"/>
    <p:sldId id="1834" r:id="rId39"/>
    <p:sldId id="1794" r:id="rId40"/>
    <p:sldId id="1836" r:id="rId41"/>
    <p:sldId id="1848" r:id="rId42"/>
    <p:sldId id="1837" r:id="rId43"/>
    <p:sldId id="1838" r:id="rId44"/>
    <p:sldId id="1840" r:id="rId45"/>
    <p:sldId id="1841" r:id="rId46"/>
    <p:sldId id="1842" r:id="rId47"/>
    <p:sldId id="1795" r:id="rId48"/>
    <p:sldId id="1849" r:id="rId49"/>
    <p:sldId id="1852" r:id="rId50"/>
    <p:sldId id="982" r:id="rId51"/>
    <p:sldId id="1804" r:id="rId52"/>
  </p:sldIdLst>
  <p:sldSz cx="9906000" cy="6858000" type="A4"/>
  <p:notesSz cx="6858000" cy="9945688"/>
  <p:custDataLst>
    <p:tags r:id="rId5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4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289" userDrawn="1">
          <p15:clr>
            <a:srgbClr val="A4A3A4"/>
          </p15:clr>
        </p15:guide>
        <p15:guide id="4" pos="1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dy Ruth" initials="aer" lastIdx="3" clrIdx="0"/>
  <p:cmAuthor id="1" name="arlo" initials="a" lastIdx="3" clrIdx="1"/>
  <p:cmAuthor id="2" name="Andy" initials="A" lastIdx="6" clrIdx="2"/>
  <p:cmAuthor id="3" name="Gloria" initials="G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003CD2"/>
    <a:srgbClr val="595959"/>
    <a:srgbClr val="F2F2F2"/>
    <a:srgbClr val="E7FAFF"/>
    <a:srgbClr val="E1F9FF"/>
    <a:srgbClr val="DADADA"/>
    <a:srgbClr val="E7FBFF"/>
    <a:srgbClr val="C5F4FF"/>
    <a:srgbClr val="B7F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2256" y="120"/>
      </p:cViewPr>
      <p:guideLst>
        <p:guide orient="horz" pos="274"/>
        <p:guide pos="3120"/>
        <p:guide pos="289"/>
        <p:guide pos="1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33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tags" Target="tags/tag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notesMaster" Target="notesMasters/notesMaster1.xml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presProps" Target="presProps.xml"/><Relationship Id="rId61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commentAuthors" Target="commentAuthor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ger Rhoades" userId="09b4b200-c8ea-493f-916f-24d862966299" providerId="ADAL" clId="{F1DAA214-3EB5-4D1A-A81C-6293771DB645}"/>
    <pc:docChg chg="custSel modSld">
      <pc:chgData name="Roger Rhoades" userId="09b4b200-c8ea-493f-916f-24d862966299" providerId="ADAL" clId="{F1DAA214-3EB5-4D1A-A81C-6293771DB645}" dt="2023-02-10T13:51:09.699" v="67" actId="20577"/>
      <pc:docMkLst>
        <pc:docMk/>
      </pc:docMkLst>
      <pc:sldChg chg="modSp mod">
        <pc:chgData name="Roger Rhoades" userId="09b4b200-c8ea-493f-916f-24d862966299" providerId="ADAL" clId="{F1DAA214-3EB5-4D1A-A81C-6293771DB645}" dt="2023-02-10T13:35:50.764" v="57" actId="313"/>
        <pc:sldMkLst>
          <pc:docMk/>
          <pc:sldMk cId="1196617390" sldId="1812"/>
        </pc:sldMkLst>
        <pc:graphicFrameChg chg="mod modGraphic">
          <ac:chgData name="Roger Rhoades" userId="09b4b200-c8ea-493f-916f-24d862966299" providerId="ADAL" clId="{F1DAA214-3EB5-4D1A-A81C-6293771DB645}" dt="2023-02-10T13:35:50.764" v="57" actId="313"/>
          <ac:graphicFrameMkLst>
            <pc:docMk/>
            <pc:sldMk cId="1196617390" sldId="1812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F1DAA214-3EB5-4D1A-A81C-6293771DB645}" dt="2023-02-10T13:51:09.699" v="67" actId="20577"/>
        <pc:sldMkLst>
          <pc:docMk/>
          <pc:sldMk cId="848514969" sldId="1828"/>
        </pc:sldMkLst>
        <pc:graphicFrameChg chg="modGraphic">
          <ac:chgData name="Roger Rhoades" userId="09b4b200-c8ea-493f-916f-24d862966299" providerId="ADAL" clId="{F1DAA214-3EB5-4D1A-A81C-6293771DB645}" dt="2023-02-10T13:51:09.699" v="67" actId="20577"/>
          <ac:graphicFrameMkLst>
            <pc:docMk/>
            <pc:sldMk cId="848514969" sldId="1828"/>
            <ac:graphicFrameMk id="6" creationId="{31D0F302-4CBE-44F3-BE75-494B6D4317B7}"/>
          </ac:graphicFrameMkLst>
        </pc:graphicFrameChg>
      </pc:sldChg>
    </pc:docChg>
  </pc:docChgLst>
  <pc:docChgLst>
    <pc:chgData name="Roger Rhoades" userId="09b4b200-c8ea-493f-916f-24d862966299" providerId="ADAL" clId="{6186E752-5EF9-4DF5-94E7-CC5329F1225D}"/>
    <pc:docChg chg="undo custSel modSld">
      <pc:chgData name="Roger Rhoades" userId="09b4b200-c8ea-493f-916f-24d862966299" providerId="ADAL" clId="{6186E752-5EF9-4DF5-94E7-CC5329F1225D}" dt="2023-12-07T15:37:52.881" v="60" actId="20577"/>
      <pc:docMkLst>
        <pc:docMk/>
      </pc:docMkLst>
      <pc:sldChg chg="modSp mod">
        <pc:chgData name="Roger Rhoades" userId="09b4b200-c8ea-493f-916f-24d862966299" providerId="ADAL" clId="{6186E752-5EF9-4DF5-94E7-CC5329F1225D}" dt="2023-12-07T15:24:38.495" v="44" actId="2711"/>
        <pc:sldMkLst>
          <pc:docMk/>
          <pc:sldMk cId="736122462" sldId="1806"/>
        </pc:sldMkLst>
        <pc:graphicFrameChg chg="modGraphic">
          <ac:chgData name="Roger Rhoades" userId="09b4b200-c8ea-493f-916f-24d862966299" providerId="ADAL" clId="{6186E752-5EF9-4DF5-94E7-CC5329F1225D}" dt="2023-12-07T15:24:38.495" v="44" actId="2711"/>
          <ac:graphicFrameMkLst>
            <pc:docMk/>
            <pc:sldMk cId="736122462" sldId="1806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6186E752-5EF9-4DF5-94E7-CC5329F1225D}" dt="2023-12-07T15:24:47.565" v="46" actId="2711"/>
        <pc:sldMkLst>
          <pc:docMk/>
          <pc:sldMk cId="4000619335" sldId="1807"/>
        </pc:sldMkLst>
        <pc:graphicFrameChg chg="modGraphic">
          <ac:chgData name="Roger Rhoades" userId="09b4b200-c8ea-493f-916f-24d862966299" providerId="ADAL" clId="{6186E752-5EF9-4DF5-94E7-CC5329F1225D}" dt="2023-12-07T15:24:47.565" v="46" actId="2711"/>
          <ac:graphicFrameMkLst>
            <pc:docMk/>
            <pc:sldMk cId="4000619335" sldId="1807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6186E752-5EF9-4DF5-94E7-CC5329F1225D}" dt="2023-12-07T15:26:32.590" v="48" actId="2711"/>
        <pc:sldMkLst>
          <pc:docMk/>
          <pc:sldMk cId="3233228317" sldId="1808"/>
        </pc:sldMkLst>
        <pc:graphicFrameChg chg="modGraphic">
          <ac:chgData name="Roger Rhoades" userId="09b4b200-c8ea-493f-916f-24d862966299" providerId="ADAL" clId="{6186E752-5EF9-4DF5-94E7-CC5329F1225D}" dt="2023-12-07T15:26:32.590" v="48" actId="2711"/>
          <ac:graphicFrameMkLst>
            <pc:docMk/>
            <pc:sldMk cId="3233228317" sldId="1808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6186E752-5EF9-4DF5-94E7-CC5329F1225D}" dt="2023-12-07T15:15:36.474" v="7" actId="20577"/>
        <pc:sldMkLst>
          <pc:docMk/>
          <pc:sldMk cId="1196617390" sldId="1812"/>
        </pc:sldMkLst>
        <pc:graphicFrameChg chg="modGraphic">
          <ac:chgData name="Roger Rhoades" userId="09b4b200-c8ea-493f-916f-24d862966299" providerId="ADAL" clId="{6186E752-5EF9-4DF5-94E7-CC5329F1225D}" dt="2023-12-07T15:15:36.474" v="7" actId="20577"/>
          <ac:graphicFrameMkLst>
            <pc:docMk/>
            <pc:sldMk cId="1196617390" sldId="1812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6186E752-5EF9-4DF5-94E7-CC5329F1225D}" dt="2023-12-07T15:20:09.811" v="14" actId="2711"/>
        <pc:sldMkLst>
          <pc:docMk/>
          <pc:sldMk cId="461644463" sldId="1824"/>
        </pc:sldMkLst>
        <pc:graphicFrameChg chg="modGraphic">
          <ac:chgData name="Roger Rhoades" userId="09b4b200-c8ea-493f-916f-24d862966299" providerId="ADAL" clId="{6186E752-5EF9-4DF5-94E7-CC5329F1225D}" dt="2023-12-07T15:20:09.811" v="14" actId="2711"/>
          <ac:graphicFrameMkLst>
            <pc:docMk/>
            <pc:sldMk cId="461644463" sldId="1824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6186E752-5EF9-4DF5-94E7-CC5329F1225D}" dt="2023-12-07T15:21:36.777" v="16" actId="2711"/>
        <pc:sldMkLst>
          <pc:docMk/>
          <pc:sldMk cId="848514969" sldId="1828"/>
        </pc:sldMkLst>
        <pc:graphicFrameChg chg="modGraphic">
          <ac:chgData name="Roger Rhoades" userId="09b4b200-c8ea-493f-916f-24d862966299" providerId="ADAL" clId="{6186E752-5EF9-4DF5-94E7-CC5329F1225D}" dt="2023-12-07T15:21:36.777" v="16" actId="2711"/>
          <ac:graphicFrameMkLst>
            <pc:docMk/>
            <pc:sldMk cId="848514969" sldId="1828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6186E752-5EF9-4DF5-94E7-CC5329F1225D}" dt="2023-12-07T15:21:55.100" v="25" actId="2711"/>
        <pc:sldMkLst>
          <pc:docMk/>
          <pc:sldMk cId="2307376584" sldId="1830"/>
        </pc:sldMkLst>
        <pc:graphicFrameChg chg="modGraphic">
          <ac:chgData name="Roger Rhoades" userId="09b4b200-c8ea-493f-916f-24d862966299" providerId="ADAL" clId="{6186E752-5EF9-4DF5-94E7-CC5329F1225D}" dt="2023-12-07T15:21:55.100" v="25" actId="2711"/>
          <ac:graphicFrameMkLst>
            <pc:docMk/>
            <pc:sldMk cId="2307376584" sldId="1830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6186E752-5EF9-4DF5-94E7-CC5329F1225D}" dt="2023-12-07T15:37:52.881" v="60" actId="20577"/>
        <pc:sldMkLst>
          <pc:docMk/>
          <pc:sldMk cId="984530695" sldId="1838"/>
        </pc:sldMkLst>
        <pc:graphicFrameChg chg="modGraphic">
          <ac:chgData name="Roger Rhoades" userId="09b4b200-c8ea-493f-916f-24d862966299" providerId="ADAL" clId="{6186E752-5EF9-4DF5-94E7-CC5329F1225D}" dt="2023-12-07T15:37:52.881" v="60" actId="20577"/>
          <ac:graphicFrameMkLst>
            <pc:docMk/>
            <pc:sldMk cId="984530695" sldId="1838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6186E752-5EF9-4DF5-94E7-CC5329F1225D}" dt="2023-12-07T15:23:20.164" v="27" actId="2711"/>
        <pc:sldMkLst>
          <pc:docMk/>
          <pc:sldMk cId="1988399806" sldId="1840"/>
        </pc:sldMkLst>
        <pc:graphicFrameChg chg="modGraphic">
          <ac:chgData name="Roger Rhoades" userId="09b4b200-c8ea-493f-916f-24d862966299" providerId="ADAL" clId="{6186E752-5EF9-4DF5-94E7-CC5329F1225D}" dt="2023-12-07T15:23:20.164" v="27" actId="2711"/>
          <ac:graphicFrameMkLst>
            <pc:docMk/>
            <pc:sldMk cId="1988399806" sldId="1840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6186E752-5EF9-4DF5-94E7-CC5329F1225D}" dt="2023-12-07T15:23:34.097" v="31" actId="113"/>
        <pc:sldMkLst>
          <pc:docMk/>
          <pc:sldMk cId="2665652444" sldId="1841"/>
        </pc:sldMkLst>
        <pc:graphicFrameChg chg="modGraphic">
          <ac:chgData name="Roger Rhoades" userId="09b4b200-c8ea-493f-916f-24d862966299" providerId="ADAL" clId="{6186E752-5EF9-4DF5-94E7-CC5329F1225D}" dt="2023-12-07T15:23:34.097" v="31" actId="113"/>
          <ac:graphicFrameMkLst>
            <pc:docMk/>
            <pc:sldMk cId="2665652444" sldId="1841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6186E752-5EF9-4DF5-94E7-CC5329F1225D}" dt="2023-12-07T15:23:45.583" v="33" actId="2711"/>
        <pc:sldMkLst>
          <pc:docMk/>
          <pc:sldMk cId="1625279859" sldId="1842"/>
        </pc:sldMkLst>
        <pc:graphicFrameChg chg="modGraphic">
          <ac:chgData name="Roger Rhoades" userId="09b4b200-c8ea-493f-916f-24d862966299" providerId="ADAL" clId="{6186E752-5EF9-4DF5-94E7-CC5329F1225D}" dt="2023-12-07T15:23:45.583" v="33" actId="2711"/>
          <ac:graphicFrameMkLst>
            <pc:docMk/>
            <pc:sldMk cId="1625279859" sldId="1842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6186E752-5EF9-4DF5-94E7-CC5329F1225D}" dt="2023-12-07T15:23:55.946" v="35" actId="2711"/>
        <pc:sldMkLst>
          <pc:docMk/>
          <pc:sldMk cId="2644982230" sldId="1849"/>
        </pc:sldMkLst>
        <pc:graphicFrameChg chg="modGraphic">
          <ac:chgData name="Roger Rhoades" userId="09b4b200-c8ea-493f-916f-24d862966299" providerId="ADAL" clId="{6186E752-5EF9-4DF5-94E7-CC5329F1225D}" dt="2023-12-07T15:23:55.946" v="35" actId="2711"/>
          <ac:graphicFrameMkLst>
            <pc:docMk/>
            <pc:sldMk cId="2644982230" sldId="1849"/>
            <ac:graphicFrameMk id="6" creationId="{31D0F302-4CBE-44F3-BE75-494B6D4317B7}"/>
          </ac:graphicFrameMkLst>
        </pc:graphicFrameChg>
      </pc:sldChg>
    </pc:docChg>
  </pc:docChgLst>
  <pc:docChgLst>
    <pc:chgData name="Roger Rhoades" userId="09b4b200-c8ea-493f-916f-24d862966299" providerId="ADAL" clId="{7B33482D-903F-4456-B41C-031BF33D76C0}"/>
    <pc:docChg chg="modSld">
      <pc:chgData name="Roger Rhoades" userId="09b4b200-c8ea-493f-916f-24d862966299" providerId="ADAL" clId="{7B33482D-903F-4456-B41C-031BF33D76C0}" dt="2022-12-22T15:58:22.229" v="219" actId="20577"/>
      <pc:docMkLst>
        <pc:docMk/>
      </pc:docMkLst>
      <pc:sldChg chg="modSp mod">
        <pc:chgData name="Roger Rhoades" userId="09b4b200-c8ea-493f-916f-24d862966299" providerId="ADAL" clId="{7B33482D-903F-4456-B41C-031BF33D76C0}" dt="2022-12-22T14:58:07.032" v="117" actId="20577"/>
        <pc:sldMkLst>
          <pc:docMk/>
          <pc:sldMk cId="4000619335" sldId="1807"/>
        </pc:sldMkLst>
        <pc:graphicFrameChg chg="modGraphic">
          <ac:chgData name="Roger Rhoades" userId="09b4b200-c8ea-493f-916f-24d862966299" providerId="ADAL" clId="{7B33482D-903F-4456-B41C-031BF33D76C0}" dt="2022-12-22T14:58:07.032" v="117" actId="20577"/>
          <ac:graphicFrameMkLst>
            <pc:docMk/>
            <pc:sldMk cId="4000619335" sldId="1807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7B33482D-903F-4456-B41C-031BF33D76C0}" dt="2022-12-22T15:22:24.225" v="123" actId="14100"/>
        <pc:sldMkLst>
          <pc:docMk/>
          <pc:sldMk cId="629312430" sldId="1823"/>
        </pc:sldMkLst>
        <pc:graphicFrameChg chg="modGraphic">
          <ac:chgData name="Roger Rhoades" userId="09b4b200-c8ea-493f-916f-24d862966299" providerId="ADAL" clId="{7B33482D-903F-4456-B41C-031BF33D76C0}" dt="2022-12-22T15:22:24.225" v="123" actId="14100"/>
          <ac:graphicFrameMkLst>
            <pc:docMk/>
            <pc:sldMk cId="629312430" sldId="1823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7B33482D-903F-4456-B41C-031BF33D76C0}" dt="2022-12-22T15:36:45.131" v="159" actId="20577"/>
        <pc:sldMkLst>
          <pc:docMk/>
          <pc:sldMk cId="848514969" sldId="1828"/>
        </pc:sldMkLst>
        <pc:graphicFrameChg chg="modGraphic">
          <ac:chgData name="Roger Rhoades" userId="09b4b200-c8ea-493f-916f-24d862966299" providerId="ADAL" clId="{7B33482D-903F-4456-B41C-031BF33D76C0}" dt="2022-12-22T15:36:45.131" v="159" actId="20577"/>
          <ac:graphicFrameMkLst>
            <pc:docMk/>
            <pc:sldMk cId="848514969" sldId="1828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7B33482D-903F-4456-B41C-031BF33D76C0}" dt="2022-12-22T15:58:22.229" v="219" actId="20577"/>
        <pc:sldMkLst>
          <pc:docMk/>
          <pc:sldMk cId="1386915450" sldId="1836"/>
        </pc:sldMkLst>
        <pc:graphicFrameChg chg="modGraphic">
          <ac:chgData name="Roger Rhoades" userId="09b4b200-c8ea-493f-916f-24d862966299" providerId="ADAL" clId="{7B33482D-903F-4456-B41C-031BF33D76C0}" dt="2022-12-22T15:58:22.229" v="219" actId="20577"/>
          <ac:graphicFrameMkLst>
            <pc:docMk/>
            <pc:sldMk cId="1386915450" sldId="1836"/>
            <ac:graphicFrameMk id="6" creationId="{31D0F302-4CBE-44F3-BE75-494B6D4317B7}"/>
          </ac:graphicFrameMkLst>
        </pc:graphicFrameChg>
      </pc:sldChg>
    </pc:docChg>
  </pc:docChgLst>
  <pc:docChgLst>
    <pc:chgData name="Roger Rhoades" userId="09b4b200-c8ea-493f-916f-24d862966299" providerId="ADAL" clId="{5B754F3A-1AE1-48E1-B255-1347BC54034A}"/>
    <pc:docChg chg="modSld">
      <pc:chgData name="Roger Rhoades" userId="09b4b200-c8ea-493f-916f-24d862966299" providerId="ADAL" clId="{5B754F3A-1AE1-48E1-B255-1347BC54034A}" dt="2022-05-13T13:22:31.163" v="72" actId="13926"/>
      <pc:docMkLst>
        <pc:docMk/>
      </pc:docMkLst>
      <pc:sldChg chg="modSp mod">
        <pc:chgData name="Roger Rhoades" userId="09b4b200-c8ea-493f-916f-24d862966299" providerId="ADAL" clId="{5B754F3A-1AE1-48E1-B255-1347BC54034A}" dt="2022-05-13T12:43:33.214" v="3" actId="20577"/>
        <pc:sldMkLst>
          <pc:docMk/>
          <pc:sldMk cId="3233228317" sldId="1808"/>
        </pc:sldMkLst>
        <pc:graphicFrameChg chg="modGraphic">
          <ac:chgData name="Roger Rhoades" userId="09b4b200-c8ea-493f-916f-24d862966299" providerId="ADAL" clId="{5B754F3A-1AE1-48E1-B255-1347BC54034A}" dt="2022-05-13T12:43:33.214" v="3" actId="20577"/>
          <ac:graphicFrameMkLst>
            <pc:docMk/>
            <pc:sldMk cId="3233228317" sldId="1808"/>
            <ac:graphicFrameMk id="6" creationId="{31D0F302-4CBE-44F3-BE75-494B6D4317B7}"/>
          </ac:graphicFrameMkLst>
        </pc:graphicFrameChg>
      </pc:sldChg>
      <pc:sldChg chg="addSp modSp mod modAnim">
        <pc:chgData name="Roger Rhoades" userId="09b4b200-c8ea-493f-916f-24d862966299" providerId="ADAL" clId="{5B754F3A-1AE1-48E1-B255-1347BC54034A}" dt="2022-05-13T12:51:06.434" v="65"/>
        <pc:sldMkLst>
          <pc:docMk/>
          <pc:sldMk cId="1196617390" sldId="1812"/>
        </pc:sldMkLst>
        <pc:spChg chg="add mod">
          <ac:chgData name="Roger Rhoades" userId="09b4b200-c8ea-493f-916f-24d862966299" providerId="ADAL" clId="{5B754F3A-1AE1-48E1-B255-1347BC54034A}" dt="2022-05-13T12:50:32.689" v="57" actId="1038"/>
          <ac:spMkLst>
            <pc:docMk/>
            <pc:sldMk cId="1196617390" sldId="1812"/>
            <ac:spMk id="7" creationId="{017528D2-2A7D-423F-A853-E9AE30FF2959}"/>
          </ac:spMkLst>
        </pc:spChg>
        <pc:graphicFrameChg chg="modGraphic">
          <ac:chgData name="Roger Rhoades" userId="09b4b200-c8ea-493f-916f-24d862966299" providerId="ADAL" clId="{5B754F3A-1AE1-48E1-B255-1347BC54034A}" dt="2022-05-13T12:50:52.202" v="64" actId="20577"/>
          <ac:graphicFrameMkLst>
            <pc:docMk/>
            <pc:sldMk cId="1196617390" sldId="1812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5B754F3A-1AE1-48E1-B255-1347BC54034A}" dt="2022-05-13T13:02:13.979" v="67" actId="13926"/>
        <pc:sldMkLst>
          <pc:docMk/>
          <pc:sldMk cId="461644463" sldId="1824"/>
        </pc:sldMkLst>
        <pc:graphicFrameChg chg="modGraphic">
          <ac:chgData name="Roger Rhoades" userId="09b4b200-c8ea-493f-916f-24d862966299" providerId="ADAL" clId="{5B754F3A-1AE1-48E1-B255-1347BC54034A}" dt="2022-05-13T13:02:13.979" v="67" actId="13926"/>
          <ac:graphicFrameMkLst>
            <pc:docMk/>
            <pc:sldMk cId="461644463" sldId="1824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5B754F3A-1AE1-48E1-B255-1347BC54034A}" dt="2022-05-13T13:12:38.875" v="71" actId="13926"/>
        <pc:sldMkLst>
          <pc:docMk/>
          <pc:sldMk cId="1386915450" sldId="1836"/>
        </pc:sldMkLst>
        <pc:graphicFrameChg chg="modGraphic">
          <ac:chgData name="Roger Rhoades" userId="09b4b200-c8ea-493f-916f-24d862966299" providerId="ADAL" clId="{5B754F3A-1AE1-48E1-B255-1347BC54034A}" dt="2022-05-13T13:12:38.875" v="71" actId="13926"/>
          <ac:graphicFrameMkLst>
            <pc:docMk/>
            <pc:sldMk cId="1386915450" sldId="1836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5B754F3A-1AE1-48E1-B255-1347BC54034A}" dt="2022-05-13T13:22:31.163" v="72" actId="13926"/>
        <pc:sldMkLst>
          <pc:docMk/>
          <pc:sldMk cId="2665652444" sldId="1841"/>
        </pc:sldMkLst>
        <pc:graphicFrameChg chg="modGraphic">
          <ac:chgData name="Roger Rhoades" userId="09b4b200-c8ea-493f-916f-24d862966299" providerId="ADAL" clId="{5B754F3A-1AE1-48E1-B255-1347BC54034A}" dt="2022-05-13T13:22:31.163" v="72" actId="13926"/>
          <ac:graphicFrameMkLst>
            <pc:docMk/>
            <pc:sldMk cId="2665652444" sldId="1841"/>
            <ac:graphicFrameMk id="6" creationId="{31D0F302-4CBE-44F3-BE75-494B6D4317B7}"/>
          </ac:graphicFrameMkLst>
        </pc:graphicFrameChg>
      </pc:sldChg>
    </pc:docChg>
  </pc:docChgLst>
  <pc:docChgLst>
    <pc:chgData name="Roger Rhoades" userId="09b4b200-c8ea-493f-916f-24d862966299" providerId="ADAL" clId="{3D590174-7D0A-404E-A638-7A79FF5A2617}"/>
    <pc:docChg chg="undo custSel modSld">
      <pc:chgData name="Roger Rhoades" userId="09b4b200-c8ea-493f-916f-24d862966299" providerId="ADAL" clId="{3D590174-7D0A-404E-A638-7A79FF5A2617}" dt="2023-06-02T12:38:10.032" v="246" actId="20577"/>
      <pc:docMkLst>
        <pc:docMk/>
      </pc:docMkLst>
      <pc:sldChg chg="mod modShow">
        <pc:chgData name="Roger Rhoades" userId="09b4b200-c8ea-493f-916f-24d862966299" providerId="ADAL" clId="{3D590174-7D0A-404E-A638-7A79FF5A2617}" dt="2023-06-02T11:52:37.211" v="172" actId="729"/>
        <pc:sldMkLst>
          <pc:docMk/>
          <pc:sldMk cId="658703878" sldId="1805"/>
        </pc:sldMkLst>
      </pc:sldChg>
      <pc:sldChg chg="modSp mod">
        <pc:chgData name="Roger Rhoades" userId="09b4b200-c8ea-493f-916f-24d862966299" providerId="ADAL" clId="{3D590174-7D0A-404E-A638-7A79FF5A2617}" dt="2023-06-02T11:49:32.518" v="171" actId="20577"/>
        <pc:sldMkLst>
          <pc:docMk/>
          <pc:sldMk cId="3233228317" sldId="1808"/>
        </pc:sldMkLst>
        <pc:graphicFrameChg chg="modGraphic">
          <ac:chgData name="Roger Rhoades" userId="09b4b200-c8ea-493f-916f-24d862966299" providerId="ADAL" clId="{3D590174-7D0A-404E-A638-7A79FF5A2617}" dt="2023-06-02T11:49:32.518" v="171" actId="20577"/>
          <ac:graphicFrameMkLst>
            <pc:docMk/>
            <pc:sldMk cId="3233228317" sldId="1808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3D590174-7D0A-404E-A638-7A79FF5A2617}" dt="2023-06-02T11:55:00.011" v="181" actId="20577"/>
        <pc:sldMkLst>
          <pc:docMk/>
          <pc:sldMk cId="1196617390" sldId="1812"/>
        </pc:sldMkLst>
        <pc:graphicFrameChg chg="modGraphic">
          <ac:chgData name="Roger Rhoades" userId="09b4b200-c8ea-493f-916f-24d862966299" providerId="ADAL" clId="{3D590174-7D0A-404E-A638-7A79FF5A2617}" dt="2023-06-02T11:55:00.011" v="181" actId="20577"/>
          <ac:graphicFrameMkLst>
            <pc:docMk/>
            <pc:sldMk cId="1196617390" sldId="1812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3D590174-7D0A-404E-A638-7A79FF5A2617}" dt="2023-06-01T11:52:35.017" v="164" actId="20577"/>
        <pc:sldMkLst>
          <pc:docMk/>
          <pc:sldMk cId="1932730142" sldId="1831"/>
        </pc:sldMkLst>
        <pc:graphicFrameChg chg="modGraphic">
          <ac:chgData name="Roger Rhoades" userId="09b4b200-c8ea-493f-916f-24d862966299" providerId="ADAL" clId="{3D590174-7D0A-404E-A638-7A79FF5A2617}" dt="2023-06-01T11:52:35.017" v="164" actId="20577"/>
          <ac:graphicFrameMkLst>
            <pc:docMk/>
            <pc:sldMk cId="1932730142" sldId="1831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3D590174-7D0A-404E-A638-7A79FF5A2617}" dt="2023-06-02T12:38:10.032" v="246" actId="20577"/>
        <pc:sldMkLst>
          <pc:docMk/>
          <pc:sldMk cId="1625279859" sldId="1842"/>
        </pc:sldMkLst>
        <pc:graphicFrameChg chg="modGraphic">
          <ac:chgData name="Roger Rhoades" userId="09b4b200-c8ea-493f-916f-24d862966299" providerId="ADAL" clId="{3D590174-7D0A-404E-A638-7A79FF5A2617}" dt="2023-06-02T12:38:10.032" v="246" actId="20577"/>
          <ac:graphicFrameMkLst>
            <pc:docMk/>
            <pc:sldMk cId="1625279859" sldId="1842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3D590174-7D0A-404E-A638-7A79FF5A2617}" dt="2023-06-02T12:17:55.343" v="186" actId="20577"/>
        <pc:sldMkLst>
          <pc:docMk/>
          <pc:sldMk cId="4009538972" sldId="1853"/>
        </pc:sldMkLst>
        <pc:graphicFrameChg chg="modGraphic">
          <ac:chgData name="Roger Rhoades" userId="09b4b200-c8ea-493f-916f-24d862966299" providerId="ADAL" clId="{3D590174-7D0A-404E-A638-7A79FF5A2617}" dt="2023-06-02T12:17:55.343" v="186" actId="20577"/>
          <ac:graphicFrameMkLst>
            <pc:docMk/>
            <pc:sldMk cId="4009538972" sldId="1853"/>
            <ac:graphicFrameMk id="6" creationId="{31D0F302-4CBE-44F3-BE75-494B6D4317B7}"/>
          </ac:graphicFrameMkLst>
        </pc:graphicFrameChg>
      </pc:sldChg>
    </pc:docChg>
  </pc:docChgLst>
  <pc:docChgLst>
    <pc:chgData name="Roger Rhoades" userId="09b4b200-c8ea-493f-916f-24d862966299" providerId="ADAL" clId="{9A9D7F07-D702-448A-8AEB-12D98879D65F}"/>
    <pc:docChg chg="undo custSel modSld">
      <pc:chgData name="Roger Rhoades" userId="09b4b200-c8ea-493f-916f-24d862966299" providerId="ADAL" clId="{9A9D7F07-D702-448A-8AEB-12D98879D65F}" dt="2023-10-20T11:13:14.843" v="271" actId="1038"/>
      <pc:docMkLst>
        <pc:docMk/>
      </pc:docMkLst>
      <pc:sldChg chg="modSp mod">
        <pc:chgData name="Roger Rhoades" userId="09b4b200-c8ea-493f-916f-24d862966299" providerId="ADAL" clId="{9A9D7F07-D702-448A-8AEB-12D98879D65F}" dt="2023-10-20T06:58:39.427" v="64" actId="20577"/>
        <pc:sldMkLst>
          <pc:docMk/>
          <pc:sldMk cId="2660838969" sldId="1810"/>
        </pc:sldMkLst>
        <pc:graphicFrameChg chg="modGraphic">
          <ac:chgData name="Roger Rhoades" userId="09b4b200-c8ea-493f-916f-24d862966299" providerId="ADAL" clId="{9A9D7F07-D702-448A-8AEB-12D98879D65F}" dt="2023-10-20T06:58:39.427" v="64" actId="20577"/>
          <ac:graphicFrameMkLst>
            <pc:docMk/>
            <pc:sldMk cId="2660838969" sldId="1810"/>
            <ac:graphicFrameMk id="6" creationId="{31D0F302-4CBE-44F3-BE75-494B6D4317B7}"/>
          </ac:graphicFrameMkLst>
        </pc:graphicFrameChg>
      </pc:sldChg>
      <pc:sldChg chg="modSp mod">
        <pc:chgData name="Roger Rhoades" userId="09b4b200-c8ea-493f-916f-24d862966299" providerId="ADAL" clId="{9A9D7F07-D702-448A-8AEB-12D98879D65F}" dt="2023-10-20T11:13:14.843" v="271" actId="1038"/>
        <pc:sldMkLst>
          <pc:docMk/>
          <pc:sldMk cId="4248261229" sldId="1811"/>
        </pc:sldMkLst>
        <pc:spChg chg="mod">
          <ac:chgData name="Roger Rhoades" userId="09b4b200-c8ea-493f-916f-24d862966299" providerId="ADAL" clId="{9A9D7F07-D702-448A-8AEB-12D98879D65F}" dt="2023-10-20T11:13:14.843" v="271" actId="1038"/>
          <ac:spMkLst>
            <pc:docMk/>
            <pc:sldMk cId="4248261229" sldId="1811"/>
            <ac:spMk id="8" creationId="{C86E6BB2-0AD9-4EC5-8CCF-D1FAF4172F93}"/>
          </ac:spMkLst>
        </pc:spChg>
      </pc:sldChg>
      <pc:sldChg chg="modSp mod">
        <pc:chgData name="Roger Rhoades" userId="09b4b200-c8ea-493f-916f-24d862966299" providerId="ADAL" clId="{9A9D7F07-D702-448A-8AEB-12D98879D65F}" dt="2023-10-20T11:02:06.887" v="238" actId="14734"/>
        <pc:sldMkLst>
          <pc:docMk/>
          <pc:sldMk cId="1386915450" sldId="1836"/>
        </pc:sldMkLst>
        <pc:graphicFrameChg chg="modGraphic">
          <ac:chgData name="Roger Rhoades" userId="09b4b200-c8ea-493f-916f-24d862966299" providerId="ADAL" clId="{9A9D7F07-D702-448A-8AEB-12D98879D65F}" dt="2023-10-20T11:02:06.887" v="238" actId="14734"/>
          <ac:graphicFrameMkLst>
            <pc:docMk/>
            <pc:sldMk cId="1386915450" sldId="1836"/>
            <ac:graphicFrameMk id="6" creationId="{31D0F302-4CBE-44F3-BE75-494B6D4317B7}"/>
          </ac:graphicFrameMkLst>
        </pc:graphicFrameChg>
      </pc:sldChg>
    </pc:docChg>
  </pc:docChgLst>
  <pc:docChgLst>
    <pc:chgData name="Roger Rhoades" userId="09b4b200-c8ea-493f-916f-24d862966299" providerId="ADAL" clId="{02C7C7EB-DACA-41A9-9DF1-1B4C163C607F}"/>
    <pc:docChg chg="undo custSel addSld modSld">
      <pc:chgData name="Roger Rhoades" userId="09b4b200-c8ea-493f-916f-24d862966299" providerId="ADAL" clId="{02C7C7EB-DACA-41A9-9DF1-1B4C163C607F}" dt="2023-11-24T14:36:29.564" v="810" actId="478"/>
      <pc:docMkLst>
        <pc:docMk/>
      </pc:docMkLst>
      <pc:sldChg chg="modSp mod">
        <pc:chgData name="Roger Rhoades" userId="09b4b200-c8ea-493f-916f-24d862966299" providerId="ADAL" clId="{02C7C7EB-DACA-41A9-9DF1-1B4C163C607F}" dt="2023-03-10T14:26:36.070" v="11" actId="20577"/>
        <pc:sldMkLst>
          <pc:docMk/>
          <pc:sldMk cId="26686852" sldId="1214"/>
        </pc:sldMkLst>
        <pc:spChg chg="mod">
          <ac:chgData name="Roger Rhoades" userId="09b4b200-c8ea-493f-916f-24d862966299" providerId="ADAL" clId="{02C7C7EB-DACA-41A9-9DF1-1B4C163C607F}" dt="2023-03-10T14:26:36.070" v="11" actId="20577"/>
          <ac:spMkLst>
            <pc:docMk/>
            <pc:sldMk cId="26686852" sldId="1214"/>
            <ac:spMk id="10" creationId="{135BD5C4-70AE-4B6C-88C5-FE20863BC825}"/>
          </ac:spMkLst>
        </pc:spChg>
      </pc:sldChg>
      <pc:sldChg chg="modSp mod">
        <pc:chgData name="Roger Rhoades" userId="09b4b200-c8ea-493f-916f-24d862966299" providerId="ADAL" clId="{02C7C7EB-DACA-41A9-9DF1-1B4C163C607F}" dt="2023-03-10T14:30:21.499" v="84" actId="20577"/>
        <pc:sldMkLst>
          <pc:docMk/>
          <pc:sldMk cId="658703878" sldId="1805"/>
        </pc:sldMkLst>
        <pc:graphicFrameChg chg="modGraphic">
          <ac:chgData name="Roger Rhoades" userId="09b4b200-c8ea-493f-916f-24d862966299" providerId="ADAL" clId="{02C7C7EB-DACA-41A9-9DF1-1B4C163C607F}" dt="2023-03-10T14:30:21.499" v="84" actId="20577"/>
          <ac:graphicFrameMkLst>
            <pc:docMk/>
            <pc:sldMk cId="658703878" sldId="1805"/>
            <ac:graphicFrameMk id="6" creationId="{31D0F302-4CBE-44F3-BE75-494B6D4317B7}"/>
          </ac:graphicFrameMkLst>
        </pc:graphicFrameChg>
      </pc:sldChg>
      <pc:sldChg chg="addSp delSp modSp mod">
        <pc:chgData name="Roger Rhoades" userId="09b4b200-c8ea-493f-916f-24d862966299" providerId="ADAL" clId="{02C7C7EB-DACA-41A9-9DF1-1B4C163C607F}" dt="2023-11-24T14:35:42.454" v="792" actId="478"/>
        <pc:sldMkLst>
          <pc:docMk/>
          <pc:sldMk cId="736122462" sldId="1806"/>
        </pc:sldMkLst>
        <pc:spChg chg="mod">
          <ac:chgData name="Roger Rhoades" userId="09b4b200-c8ea-493f-916f-24d862966299" providerId="ADAL" clId="{02C7C7EB-DACA-41A9-9DF1-1B4C163C607F}" dt="2023-04-15T16:54:04.314" v="313" actId="1036"/>
          <ac:spMkLst>
            <pc:docMk/>
            <pc:sldMk cId="736122462" sldId="1806"/>
            <ac:spMk id="5" creationId="{CE90A58A-A9DA-45FD-9836-6EAE71BBA554}"/>
          </ac:spMkLst>
        </pc:spChg>
        <pc:spChg chg="add del mod">
          <ac:chgData name="Roger Rhoades" userId="09b4b200-c8ea-493f-916f-24d862966299" providerId="ADAL" clId="{02C7C7EB-DACA-41A9-9DF1-1B4C163C607F}" dt="2023-11-24T14:35:42.454" v="792" actId="478"/>
          <ac:spMkLst>
            <pc:docMk/>
            <pc:sldMk cId="736122462" sldId="1806"/>
            <ac:spMk id="7" creationId="{5295FE00-C335-BD5C-82DD-6B4DA8F97AE6}"/>
          </ac:spMkLst>
        </pc:spChg>
        <pc:graphicFrameChg chg="modGraphic">
          <ac:chgData name="Roger Rhoades" userId="09b4b200-c8ea-493f-916f-24d862966299" providerId="ADAL" clId="{02C7C7EB-DACA-41A9-9DF1-1B4C163C607F}" dt="2023-04-15T16:56:05.113" v="377" actId="20577"/>
          <ac:graphicFrameMkLst>
            <pc:docMk/>
            <pc:sldMk cId="736122462" sldId="1806"/>
            <ac:graphicFrameMk id="6" creationId="{31D0F302-4CBE-44F3-BE75-494B6D4317B7}"/>
          </ac:graphicFrameMkLst>
        </pc:graphicFrameChg>
      </pc:sldChg>
      <pc:sldChg chg="addSp delSp modSp mod">
        <pc:chgData name="Roger Rhoades" userId="09b4b200-c8ea-493f-916f-24d862966299" providerId="ADAL" clId="{02C7C7EB-DACA-41A9-9DF1-1B4C163C607F}" dt="2023-11-24T14:35:44.060" v="793" actId="478"/>
        <pc:sldMkLst>
          <pc:docMk/>
          <pc:sldMk cId="4000619335" sldId="1807"/>
        </pc:sldMkLst>
        <pc:spChg chg="mod">
          <ac:chgData name="Roger Rhoades" userId="09b4b200-c8ea-493f-916f-24d862966299" providerId="ADAL" clId="{02C7C7EB-DACA-41A9-9DF1-1B4C163C607F}" dt="2023-04-15T16:58:09.913" v="382" actId="1038"/>
          <ac:spMkLst>
            <pc:docMk/>
            <pc:sldMk cId="4000619335" sldId="1807"/>
            <ac:spMk id="8" creationId="{C647D7B7-81B7-4A5A-A7DC-738091052D2D}"/>
          </ac:spMkLst>
        </pc:spChg>
        <pc:spChg chg="add del mod">
          <ac:chgData name="Roger Rhoades" userId="09b4b200-c8ea-493f-916f-24d862966299" providerId="ADAL" clId="{02C7C7EB-DACA-41A9-9DF1-1B4C163C607F}" dt="2023-11-24T14:35:44.060" v="793" actId="478"/>
          <ac:spMkLst>
            <pc:docMk/>
            <pc:sldMk cId="4000619335" sldId="1807"/>
            <ac:spMk id="9" creationId="{1A2BD688-53F4-2C09-5335-3D546CC10448}"/>
          </ac:spMkLst>
        </pc:spChg>
      </pc:sldChg>
      <pc:sldChg chg="addSp delSp modSp mod">
        <pc:chgData name="Roger Rhoades" userId="09b4b200-c8ea-493f-916f-24d862966299" providerId="ADAL" clId="{02C7C7EB-DACA-41A9-9DF1-1B4C163C607F}" dt="2023-11-24T14:35:45.643" v="794" actId="478"/>
        <pc:sldMkLst>
          <pc:docMk/>
          <pc:sldMk cId="3233228317" sldId="1808"/>
        </pc:sldMkLst>
        <pc:spChg chg="add del mod">
          <ac:chgData name="Roger Rhoades" userId="09b4b200-c8ea-493f-916f-24d862966299" providerId="ADAL" clId="{02C7C7EB-DACA-41A9-9DF1-1B4C163C607F}" dt="2023-11-24T14:35:45.643" v="794" actId="478"/>
          <ac:spMkLst>
            <pc:docMk/>
            <pc:sldMk cId="3233228317" sldId="1808"/>
            <ac:spMk id="7" creationId="{C0568596-E759-5EC5-D4DA-CD87300A284C}"/>
          </ac:spMkLst>
        </pc:spChg>
        <pc:graphicFrameChg chg="modGraphic">
          <ac:chgData name="Roger Rhoades" userId="09b4b200-c8ea-493f-916f-24d862966299" providerId="ADAL" clId="{02C7C7EB-DACA-41A9-9DF1-1B4C163C607F}" dt="2023-06-30T13:50:02.130" v="706" actId="20577"/>
          <ac:graphicFrameMkLst>
            <pc:docMk/>
            <pc:sldMk cId="3233228317" sldId="1808"/>
            <ac:graphicFrameMk id="6" creationId="{31D0F302-4CBE-44F3-BE75-494B6D4317B7}"/>
          </ac:graphicFrameMkLst>
        </pc:graphicFrameChg>
      </pc:sldChg>
      <pc:sldChg chg="addSp delSp modSp mod">
        <pc:chgData name="Roger Rhoades" userId="09b4b200-c8ea-493f-916f-24d862966299" providerId="ADAL" clId="{02C7C7EB-DACA-41A9-9DF1-1B4C163C607F}" dt="2023-11-24T14:35:48.905" v="795" actId="478"/>
        <pc:sldMkLst>
          <pc:docMk/>
          <pc:sldMk cId="2660838969" sldId="1810"/>
        </pc:sldMkLst>
        <pc:spChg chg="add del mod">
          <ac:chgData name="Roger Rhoades" userId="09b4b200-c8ea-493f-916f-24d862966299" providerId="ADAL" clId="{02C7C7EB-DACA-41A9-9DF1-1B4C163C607F}" dt="2023-11-24T14:35:48.905" v="795" actId="478"/>
          <ac:spMkLst>
            <pc:docMk/>
            <pc:sldMk cId="2660838969" sldId="1810"/>
            <ac:spMk id="8" creationId="{B008B1BD-2987-94E2-4322-F3BF89DA42FC}"/>
          </ac:spMkLst>
        </pc:spChg>
      </pc:sldChg>
      <pc:sldChg chg="addSp delSp modSp mod modShow">
        <pc:chgData name="Roger Rhoades" userId="09b4b200-c8ea-493f-916f-24d862966299" providerId="ADAL" clId="{02C7C7EB-DACA-41A9-9DF1-1B4C163C607F}" dt="2023-11-24T14:35:50.512" v="796" actId="478"/>
        <pc:sldMkLst>
          <pc:docMk/>
          <pc:sldMk cId="4248261229" sldId="1811"/>
        </pc:sldMkLst>
        <pc:spChg chg="add del mod">
          <ac:chgData name="Roger Rhoades" userId="09b4b200-c8ea-493f-916f-24d862966299" providerId="ADAL" clId="{02C7C7EB-DACA-41A9-9DF1-1B4C163C607F}" dt="2023-11-24T14:35:50.512" v="796" actId="478"/>
          <ac:spMkLst>
            <pc:docMk/>
            <pc:sldMk cId="4248261229" sldId="1811"/>
            <ac:spMk id="9" creationId="{10C39545-A9CA-09A7-2FEE-67AF126F2A95}"/>
          </ac:spMkLst>
        </pc:spChg>
        <pc:graphicFrameChg chg="modGraphic">
          <ac:chgData name="Roger Rhoades" userId="09b4b200-c8ea-493f-916f-24d862966299" providerId="ADAL" clId="{02C7C7EB-DACA-41A9-9DF1-1B4C163C607F}" dt="2023-04-15T17:03:24.070" v="388" actId="20577"/>
          <ac:graphicFrameMkLst>
            <pc:docMk/>
            <pc:sldMk cId="4248261229" sldId="1811"/>
            <ac:graphicFrameMk id="6" creationId="{31D0F302-4CBE-44F3-BE75-494B6D4317B7}"/>
          </ac:graphicFrameMkLst>
        </pc:graphicFrameChg>
      </pc:sldChg>
      <pc:sldChg chg="addSp delSp modSp mod">
        <pc:chgData name="Roger Rhoades" userId="09b4b200-c8ea-493f-916f-24d862966299" providerId="ADAL" clId="{02C7C7EB-DACA-41A9-9DF1-1B4C163C607F}" dt="2023-11-24T14:35:51.996" v="797" actId="478"/>
        <pc:sldMkLst>
          <pc:docMk/>
          <pc:sldMk cId="1196617390" sldId="1812"/>
        </pc:sldMkLst>
        <pc:spChg chg="add del mod">
          <ac:chgData name="Roger Rhoades" userId="09b4b200-c8ea-493f-916f-24d862966299" providerId="ADAL" clId="{02C7C7EB-DACA-41A9-9DF1-1B4C163C607F}" dt="2023-11-24T14:35:51.996" v="797" actId="478"/>
          <ac:spMkLst>
            <pc:docMk/>
            <pc:sldMk cId="1196617390" sldId="1812"/>
            <ac:spMk id="5" creationId="{88E085DC-2F34-2450-CCD4-5ED37FF9A059}"/>
          </ac:spMkLst>
        </pc:spChg>
        <pc:graphicFrameChg chg="modGraphic">
          <ac:chgData name="Roger Rhoades" userId="09b4b200-c8ea-493f-916f-24d862966299" providerId="ADAL" clId="{02C7C7EB-DACA-41A9-9DF1-1B4C163C607F}" dt="2023-06-30T13:52:34.331" v="709" actId="20577"/>
          <ac:graphicFrameMkLst>
            <pc:docMk/>
            <pc:sldMk cId="1196617390" sldId="1812"/>
            <ac:graphicFrameMk id="6" creationId="{31D0F302-4CBE-44F3-BE75-494B6D4317B7}"/>
          </ac:graphicFrameMkLst>
        </pc:graphicFrameChg>
      </pc:sldChg>
      <pc:sldChg chg="mod modShow">
        <pc:chgData name="Roger Rhoades" userId="09b4b200-c8ea-493f-916f-24d862966299" providerId="ADAL" clId="{02C7C7EB-DACA-41A9-9DF1-1B4C163C607F}" dt="2023-04-15T17:04:51.330" v="389" actId="729"/>
        <pc:sldMkLst>
          <pc:docMk/>
          <pc:sldMk cId="1840645269" sldId="1813"/>
        </pc:sldMkLst>
      </pc:sldChg>
      <pc:sldChg chg="addSp modSp mod modAnim modShow">
        <pc:chgData name="Roger Rhoades" userId="09b4b200-c8ea-493f-916f-24d862966299" providerId="ADAL" clId="{02C7C7EB-DACA-41A9-9DF1-1B4C163C607F}" dt="2023-11-24T14:21:32.773" v="786" actId="729"/>
        <pc:sldMkLst>
          <pc:docMk/>
          <pc:sldMk cId="2948494536" sldId="1814"/>
        </pc:sldMkLst>
        <pc:spChg chg="mod">
          <ac:chgData name="Roger Rhoades" userId="09b4b200-c8ea-493f-916f-24d862966299" providerId="ADAL" clId="{02C7C7EB-DACA-41A9-9DF1-1B4C163C607F}" dt="2023-03-31T13:28:57.103" v="108"/>
          <ac:spMkLst>
            <pc:docMk/>
            <pc:sldMk cId="2948494536" sldId="1814"/>
            <ac:spMk id="5" creationId="{CE90A58A-A9DA-45FD-9836-6EAE71BBA554}"/>
          </ac:spMkLst>
        </pc:spChg>
        <pc:spChg chg="mod">
          <ac:chgData name="Roger Rhoades" userId="09b4b200-c8ea-493f-916f-24d862966299" providerId="ADAL" clId="{02C7C7EB-DACA-41A9-9DF1-1B4C163C607F}" dt="2023-03-31T13:28:57.103" v="108"/>
          <ac:spMkLst>
            <pc:docMk/>
            <pc:sldMk cId="2948494536" sldId="1814"/>
            <ac:spMk id="8" creationId="{8E1071AD-72B1-43FD-9C4D-2F7A7F9782FF}"/>
          </ac:spMkLst>
        </pc:spChg>
        <pc:spChg chg="mod">
          <ac:chgData name="Roger Rhoades" userId="09b4b200-c8ea-493f-916f-24d862966299" providerId="ADAL" clId="{02C7C7EB-DACA-41A9-9DF1-1B4C163C607F}" dt="2023-03-31T13:28:57.103" v="108"/>
          <ac:spMkLst>
            <pc:docMk/>
            <pc:sldMk cId="2948494536" sldId="1814"/>
            <ac:spMk id="9" creationId="{EF12E6B7-D7A4-478F-B214-7E7429CDC48E}"/>
          </ac:spMkLst>
        </pc:spChg>
        <pc:spChg chg="mod">
          <ac:chgData name="Roger Rhoades" userId="09b4b200-c8ea-493f-916f-24d862966299" providerId="ADAL" clId="{02C7C7EB-DACA-41A9-9DF1-1B4C163C607F}" dt="2023-03-31T13:28:57.103" v="108"/>
          <ac:spMkLst>
            <pc:docMk/>
            <pc:sldMk cId="2948494536" sldId="1814"/>
            <ac:spMk id="10" creationId="{EDC15B05-E3B5-41F1-98B2-F1B790DFEEF4}"/>
          </ac:spMkLst>
        </pc:spChg>
        <pc:spChg chg="mod">
          <ac:chgData name="Roger Rhoades" userId="09b4b200-c8ea-493f-916f-24d862966299" providerId="ADAL" clId="{02C7C7EB-DACA-41A9-9DF1-1B4C163C607F}" dt="2023-03-31T13:28:57.103" v="108"/>
          <ac:spMkLst>
            <pc:docMk/>
            <pc:sldMk cId="2948494536" sldId="1814"/>
            <ac:spMk id="11" creationId="{CE4BA1A4-13A8-47B8-9ECB-1C9727C2E1D4}"/>
          </ac:spMkLst>
        </pc:spChg>
        <pc:spChg chg="mod">
          <ac:chgData name="Roger Rhoades" userId="09b4b200-c8ea-493f-916f-24d862966299" providerId="ADAL" clId="{02C7C7EB-DACA-41A9-9DF1-1B4C163C607F}" dt="2023-03-31T13:28:57.103" v="108"/>
          <ac:spMkLst>
            <pc:docMk/>
            <pc:sldMk cId="2948494536" sldId="1814"/>
            <ac:spMk id="12" creationId="{9DCB20F7-8033-4491-97E9-E50C908683A0}"/>
          </ac:spMkLst>
        </pc:spChg>
        <pc:spChg chg="mod">
          <ac:chgData name="Roger Rhoades" userId="09b4b200-c8ea-493f-916f-24d862966299" providerId="ADAL" clId="{02C7C7EB-DACA-41A9-9DF1-1B4C163C607F}" dt="2023-03-31T13:28:57.103" v="108"/>
          <ac:spMkLst>
            <pc:docMk/>
            <pc:sldMk cId="2948494536" sldId="1814"/>
            <ac:spMk id="13" creationId="{82025F97-E761-48CE-9D6E-1891EC8D551B}"/>
          </ac:spMkLst>
        </pc:spChg>
        <pc:spChg chg="mod">
          <ac:chgData name="Roger Rhoades" userId="09b4b200-c8ea-493f-916f-24d862966299" providerId="ADAL" clId="{02C7C7EB-DACA-41A9-9DF1-1B4C163C607F}" dt="2023-03-31T13:28:57.103" v="108"/>
          <ac:spMkLst>
            <pc:docMk/>
            <pc:sldMk cId="2948494536" sldId="1814"/>
            <ac:spMk id="14" creationId="{168FDAD6-E8FB-4E9A-A5CB-3289E5E30E14}"/>
          </ac:spMkLst>
        </pc:spChg>
        <pc:spChg chg="add mod">
          <ac:chgData name="Roger Rhoades" userId="09b4b200-c8ea-493f-916f-24d862966299" providerId="ADAL" clId="{02C7C7EB-DACA-41A9-9DF1-1B4C163C607F}" dt="2023-03-31T13:29:01.503" v="109" actId="1076"/>
          <ac:spMkLst>
            <pc:docMk/>
            <pc:sldMk cId="2948494536" sldId="1814"/>
            <ac:spMk id="15" creationId="{9AFAD930-CF9A-7B77-7E36-456FE0001379}"/>
          </ac:spMkLst>
        </pc:spChg>
        <pc:spChg chg="add mod">
          <ac:chgData name="Roger Rhoades" userId="09b4b200-c8ea-493f-916f-24d862966299" providerId="ADAL" clId="{02C7C7EB-DACA-41A9-9DF1-1B4C163C607F}" dt="2023-03-31T13:31:41.031" v="231" actId="14100"/>
          <ac:spMkLst>
            <pc:docMk/>
            <pc:sldMk cId="2948494536" sldId="1814"/>
            <ac:spMk id="16" creationId="{7EB2AFEA-5429-F45F-06C2-A0798C8BFE06}"/>
          </ac:spMkLst>
        </pc:spChg>
        <pc:grpChg chg="mod">
          <ac:chgData name="Roger Rhoades" userId="09b4b200-c8ea-493f-916f-24d862966299" providerId="ADAL" clId="{02C7C7EB-DACA-41A9-9DF1-1B4C163C607F}" dt="2023-03-31T13:28:57.103" v="108"/>
          <ac:grpSpMkLst>
            <pc:docMk/>
            <pc:sldMk cId="2948494536" sldId="1814"/>
            <ac:grpSpMk id="7" creationId="{6357CF94-E9CD-45FC-8621-A469D888A900}"/>
          </ac:grpSpMkLst>
        </pc:grpChg>
        <pc:graphicFrameChg chg="modGraphic">
          <ac:chgData name="Roger Rhoades" userId="09b4b200-c8ea-493f-916f-24d862966299" providerId="ADAL" clId="{02C7C7EB-DACA-41A9-9DF1-1B4C163C607F}" dt="2023-03-31T13:28:52.690" v="107" actId="20577"/>
          <ac:graphicFrameMkLst>
            <pc:docMk/>
            <pc:sldMk cId="2948494536" sldId="1814"/>
            <ac:graphicFrameMk id="6" creationId="{31D0F302-4CBE-44F3-BE75-494B6D4317B7}"/>
          </ac:graphicFrameMkLst>
        </pc:graphicFrameChg>
      </pc:sldChg>
      <pc:sldChg chg="mod modShow">
        <pc:chgData name="Roger Rhoades" userId="09b4b200-c8ea-493f-916f-24d862966299" providerId="ADAL" clId="{02C7C7EB-DACA-41A9-9DF1-1B4C163C607F}" dt="2023-04-15T16:52:12.935" v="276" actId="729"/>
        <pc:sldMkLst>
          <pc:docMk/>
          <pc:sldMk cId="2196053016" sldId="1817"/>
        </pc:sldMkLst>
      </pc:sldChg>
      <pc:sldChg chg="addSp delSp modSp mod">
        <pc:chgData name="Roger Rhoades" userId="09b4b200-c8ea-493f-916f-24d862966299" providerId="ADAL" clId="{02C7C7EB-DACA-41A9-9DF1-1B4C163C607F}" dt="2023-11-24T14:35:57.207" v="798" actId="478"/>
        <pc:sldMkLst>
          <pc:docMk/>
          <pc:sldMk cId="2813350007" sldId="1818"/>
        </pc:sldMkLst>
        <pc:spChg chg="add del mod">
          <ac:chgData name="Roger Rhoades" userId="09b4b200-c8ea-493f-916f-24d862966299" providerId="ADAL" clId="{02C7C7EB-DACA-41A9-9DF1-1B4C163C607F}" dt="2023-11-24T14:35:57.207" v="798" actId="478"/>
          <ac:spMkLst>
            <pc:docMk/>
            <pc:sldMk cId="2813350007" sldId="1818"/>
            <ac:spMk id="11" creationId="{9D35C119-E3E3-BCE3-9401-11D2E48348BE}"/>
          </ac:spMkLst>
        </pc:spChg>
      </pc:sldChg>
      <pc:sldChg chg="mod modShow">
        <pc:chgData name="Roger Rhoades" userId="09b4b200-c8ea-493f-916f-24d862966299" providerId="ADAL" clId="{02C7C7EB-DACA-41A9-9DF1-1B4C163C607F}" dt="2023-11-24T14:21:41.046" v="787" actId="729"/>
        <pc:sldMkLst>
          <pc:docMk/>
          <pc:sldMk cId="2337045627" sldId="1820"/>
        </pc:sldMkLst>
      </pc:sldChg>
      <pc:sldChg chg="mod modShow">
        <pc:chgData name="Roger Rhoades" userId="09b4b200-c8ea-493f-916f-24d862966299" providerId="ADAL" clId="{02C7C7EB-DACA-41A9-9DF1-1B4C163C607F}" dt="2023-11-24T14:21:41.046" v="787" actId="729"/>
        <pc:sldMkLst>
          <pc:docMk/>
          <pc:sldMk cId="3703706404" sldId="1821"/>
        </pc:sldMkLst>
      </pc:sldChg>
      <pc:sldChg chg="addSp delSp modSp mod modShow">
        <pc:chgData name="Roger Rhoades" userId="09b4b200-c8ea-493f-916f-24d862966299" providerId="ADAL" clId="{02C7C7EB-DACA-41A9-9DF1-1B4C163C607F}" dt="2023-11-24T14:36:00.591" v="799" actId="478"/>
        <pc:sldMkLst>
          <pc:docMk/>
          <pc:sldMk cId="782309481" sldId="1822"/>
        </pc:sldMkLst>
        <pc:spChg chg="add del mod">
          <ac:chgData name="Roger Rhoades" userId="09b4b200-c8ea-493f-916f-24d862966299" providerId="ADAL" clId="{02C7C7EB-DACA-41A9-9DF1-1B4C163C607F}" dt="2023-11-24T14:36:00.591" v="799" actId="478"/>
          <ac:spMkLst>
            <pc:docMk/>
            <pc:sldMk cId="782309481" sldId="1822"/>
            <ac:spMk id="9" creationId="{8762E786-C6A7-7E8B-6C30-16DE0ED677FA}"/>
          </ac:spMkLst>
        </pc:spChg>
      </pc:sldChg>
      <pc:sldChg chg="mod modShow">
        <pc:chgData name="Roger Rhoades" userId="09b4b200-c8ea-493f-916f-24d862966299" providerId="ADAL" clId="{02C7C7EB-DACA-41A9-9DF1-1B4C163C607F}" dt="2023-04-15T16:52:34.877" v="278" actId="729"/>
        <pc:sldMkLst>
          <pc:docMk/>
          <pc:sldMk cId="629312430" sldId="1823"/>
        </pc:sldMkLst>
      </pc:sldChg>
      <pc:sldChg chg="addSp delSp modSp mod">
        <pc:chgData name="Roger Rhoades" userId="09b4b200-c8ea-493f-916f-24d862966299" providerId="ADAL" clId="{02C7C7EB-DACA-41A9-9DF1-1B4C163C607F}" dt="2023-11-24T14:36:02.608" v="800" actId="478"/>
        <pc:sldMkLst>
          <pc:docMk/>
          <pc:sldMk cId="461644463" sldId="1824"/>
        </pc:sldMkLst>
        <pc:spChg chg="add del mod">
          <ac:chgData name="Roger Rhoades" userId="09b4b200-c8ea-493f-916f-24d862966299" providerId="ADAL" clId="{02C7C7EB-DACA-41A9-9DF1-1B4C163C607F}" dt="2023-11-24T14:36:02.608" v="800" actId="478"/>
          <ac:spMkLst>
            <pc:docMk/>
            <pc:sldMk cId="461644463" sldId="1824"/>
            <ac:spMk id="7" creationId="{57386B40-0C8E-62E4-142A-D9BA3F735850}"/>
          </ac:spMkLst>
        </pc:spChg>
        <pc:graphicFrameChg chg="mod modGraphic">
          <ac:chgData name="Roger Rhoades" userId="09b4b200-c8ea-493f-916f-24d862966299" providerId="ADAL" clId="{02C7C7EB-DACA-41A9-9DF1-1B4C163C607F}" dt="2023-06-30T14:11:42.491" v="759" actId="33524"/>
          <ac:graphicFrameMkLst>
            <pc:docMk/>
            <pc:sldMk cId="461644463" sldId="1824"/>
            <ac:graphicFrameMk id="6" creationId="{31D0F302-4CBE-44F3-BE75-494B6D4317B7}"/>
          </ac:graphicFrameMkLst>
        </pc:graphicFrameChg>
      </pc:sldChg>
      <pc:sldChg chg="modSp mod modShow">
        <pc:chgData name="Roger Rhoades" userId="09b4b200-c8ea-493f-916f-24d862966299" providerId="ADAL" clId="{02C7C7EB-DACA-41A9-9DF1-1B4C163C607F}" dt="2023-11-24T14:21:49.335" v="788" actId="729"/>
        <pc:sldMkLst>
          <pc:docMk/>
          <pc:sldMk cId="1150540280" sldId="1825"/>
        </pc:sldMkLst>
        <pc:graphicFrameChg chg="modGraphic">
          <ac:chgData name="Roger Rhoades" userId="09b4b200-c8ea-493f-916f-24d862966299" providerId="ADAL" clId="{02C7C7EB-DACA-41A9-9DF1-1B4C163C607F}" dt="2023-04-15T17:21:34.026" v="517" actId="20577"/>
          <ac:graphicFrameMkLst>
            <pc:docMk/>
            <pc:sldMk cId="1150540280" sldId="1825"/>
            <ac:graphicFrameMk id="6" creationId="{31D0F302-4CBE-44F3-BE75-494B6D4317B7}"/>
          </ac:graphicFrameMkLst>
        </pc:graphicFrameChg>
      </pc:sldChg>
      <pc:sldChg chg="addSp delSp modSp mod modShow">
        <pc:chgData name="Roger Rhoades" userId="09b4b200-c8ea-493f-916f-24d862966299" providerId="ADAL" clId="{02C7C7EB-DACA-41A9-9DF1-1B4C163C607F}" dt="2023-11-24T14:20:47.318" v="784" actId="478"/>
        <pc:sldMkLst>
          <pc:docMk/>
          <pc:sldMk cId="1834909748" sldId="1826"/>
        </pc:sldMkLst>
        <pc:spChg chg="mod">
          <ac:chgData name="Roger Rhoades" userId="09b4b200-c8ea-493f-916f-24d862966299" providerId="ADAL" clId="{02C7C7EB-DACA-41A9-9DF1-1B4C163C607F}" dt="2023-04-15T16:48:43.141" v="268" actId="1036"/>
          <ac:spMkLst>
            <pc:docMk/>
            <pc:sldMk cId="1834909748" sldId="1826"/>
            <ac:spMk id="5" creationId="{CE90A58A-A9DA-45FD-9836-6EAE71BBA554}"/>
          </ac:spMkLst>
        </pc:spChg>
        <pc:spChg chg="add del mod">
          <ac:chgData name="Roger Rhoades" userId="09b4b200-c8ea-493f-916f-24d862966299" providerId="ADAL" clId="{02C7C7EB-DACA-41A9-9DF1-1B4C163C607F}" dt="2023-11-24T14:20:47.318" v="784" actId="478"/>
          <ac:spMkLst>
            <pc:docMk/>
            <pc:sldMk cId="1834909748" sldId="1826"/>
            <ac:spMk id="7" creationId="{3CE4F67F-01CD-9EB9-6F2C-899BB1EAFA2E}"/>
          </ac:spMkLst>
        </pc:spChg>
        <pc:graphicFrameChg chg="mod modGraphic">
          <ac:chgData name="Roger Rhoades" userId="09b4b200-c8ea-493f-916f-24d862966299" providerId="ADAL" clId="{02C7C7EB-DACA-41A9-9DF1-1B4C163C607F}" dt="2023-04-15T16:49:07.431" v="270"/>
          <ac:graphicFrameMkLst>
            <pc:docMk/>
            <pc:sldMk cId="1834909748" sldId="1826"/>
            <ac:graphicFrameMk id="6" creationId="{31D0F302-4CBE-44F3-BE75-494B6D4317B7}"/>
          </ac:graphicFrameMkLst>
        </pc:graphicFrameChg>
      </pc:sldChg>
      <pc:sldChg chg="addSp delSp modSp mod">
        <pc:chgData name="Roger Rhoades" userId="09b4b200-c8ea-493f-916f-24d862966299" providerId="ADAL" clId="{02C7C7EB-DACA-41A9-9DF1-1B4C163C607F}" dt="2023-11-24T14:36:06.184" v="801" actId="478"/>
        <pc:sldMkLst>
          <pc:docMk/>
          <pc:sldMk cId="762080515" sldId="1827"/>
        </pc:sldMkLst>
        <pc:spChg chg="add del mod">
          <ac:chgData name="Roger Rhoades" userId="09b4b200-c8ea-493f-916f-24d862966299" providerId="ADAL" clId="{02C7C7EB-DACA-41A9-9DF1-1B4C163C607F}" dt="2023-11-24T14:36:06.184" v="801" actId="478"/>
          <ac:spMkLst>
            <pc:docMk/>
            <pc:sldMk cId="762080515" sldId="1827"/>
            <ac:spMk id="13" creationId="{1922CF26-9A05-1186-103D-25A493F705BA}"/>
          </ac:spMkLst>
        </pc:spChg>
        <pc:spChg chg="del">
          <ac:chgData name="Roger Rhoades" userId="09b4b200-c8ea-493f-916f-24d862966299" providerId="ADAL" clId="{02C7C7EB-DACA-41A9-9DF1-1B4C163C607F}" dt="2023-04-15T17:22:55.478" v="518" actId="478"/>
          <ac:spMkLst>
            <pc:docMk/>
            <pc:sldMk cId="762080515" sldId="1827"/>
            <ac:spMk id="14" creationId="{5B674F75-EF63-44F7-8FEE-1E2EA98132F5}"/>
          </ac:spMkLst>
        </pc:spChg>
        <pc:graphicFrameChg chg="modGraphic">
          <ac:chgData name="Roger Rhoades" userId="09b4b200-c8ea-493f-916f-24d862966299" providerId="ADAL" clId="{02C7C7EB-DACA-41A9-9DF1-1B4C163C607F}" dt="2023-04-15T17:23:00.256" v="519" actId="6549"/>
          <ac:graphicFrameMkLst>
            <pc:docMk/>
            <pc:sldMk cId="762080515" sldId="1827"/>
            <ac:graphicFrameMk id="6" creationId="{31D0F302-4CBE-44F3-BE75-494B6D4317B7}"/>
          </ac:graphicFrameMkLst>
        </pc:graphicFrameChg>
      </pc:sldChg>
      <pc:sldChg chg="addSp delSp modSp mod">
        <pc:chgData name="Roger Rhoades" userId="09b4b200-c8ea-493f-916f-24d862966299" providerId="ADAL" clId="{02C7C7EB-DACA-41A9-9DF1-1B4C163C607F}" dt="2023-11-24T14:36:07.950" v="802" actId="478"/>
        <pc:sldMkLst>
          <pc:docMk/>
          <pc:sldMk cId="848514969" sldId="1828"/>
        </pc:sldMkLst>
        <pc:spChg chg="add del mod">
          <ac:chgData name="Roger Rhoades" userId="09b4b200-c8ea-493f-916f-24d862966299" providerId="ADAL" clId="{02C7C7EB-DACA-41A9-9DF1-1B4C163C607F}" dt="2023-11-24T14:36:07.950" v="802" actId="478"/>
          <ac:spMkLst>
            <pc:docMk/>
            <pc:sldMk cId="848514969" sldId="1828"/>
            <ac:spMk id="9" creationId="{36ECAD16-C6BA-D83E-CCEF-252B17D65193}"/>
          </ac:spMkLst>
        </pc:spChg>
      </pc:sldChg>
      <pc:sldChg chg="mod modShow">
        <pc:chgData name="Roger Rhoades" userId="09b4b200-c8ea-493f-916f-24d862966299" providerId="ADAL" clId="{02C7C7EB-DACA-41A9-9DF1-1B4C163C607F}" dt="2023-11-24T14:21:56.263" v="789" actId="729"/>
        <pc:sldMkLst>
          <pc:docMk/>
          <pc:sldMk cId="64131242" sldId="1829"/>
        </pc:sldMkLst>
      </pc:sldChg>
      <pc:sldChg chg="addSp delSp modSp mod">
        <pc:chgData name="Roger Rhoades" userId="09b4b200-c8ea-493f-916f-24d862966299" providerId="ADAL" clId="{02C7C7EB-DACA-41A9-9DF1-1B4C163C607F}" dt="2023-11-24T14:36:10.120" v="803" actId="478"/>
        <pc:sldMkLst>
          <pc:docMk/>
          <pc:sldMk cId="2307376584" sldId="1830"/>
        </pc:sldMkLst>
        <pc:spChg chg="add del mod">
          <ac:chgData name="Roger Rhoades" userId="09b4b200-c8ea-493f-916f-24d862966299" providerId="ADAL" clId="{02C7C7EB-DACA-41A9-9DF1-1B4C163C607F}" dt="2023-11-24T14:36:10.120" v="803" actId="478"/>
          <ac:spMkLst>
            <pc:docMk/>
            <pc:sldMk cId="2307376584" sldId="1830"/>
            <ac:spMk id="7" creationId="{00B379CE-1131-2B3C-84E6-F53D8A6D9888}"/>
          </ac:spMkLst>
        </pc:spChg>
      </pc:sldChg>
      <pc:sldChg chg="addSp delSp modSp mod">
        <pc:chgData name="Roger Rhoades" userId="09b4b200-c8ea-493f-916f-24d862966299" providerId="ADAL" clId="{02C7C7EB-DACA-41A9-9DF1-1B4C163C607F}" dt="2023-11-24T14:36:11.712" v="804" actId="478"/>
        <pc:sldMkLst>
          <pc:docMk/>
          <pc:sldMk cId="1932730142" sldId="1831"/>
        </pc:sldMkLst>
        <pc:spChg chg="add del mod">
          <ac:chgData name="Roger Rhoades" userId="09b4b200-c8ea-493f-916f-24d862966299" providerId="ADAL" clId="{02C7C7EB-DACA-41A9-9DF1-1B4C163C607F}" dt="2023-11-24T14:36:11.712" v="804" actId="478"/>
          <ac:spMkLst>
            <pc:docMk/>
            <pc:sldMk cId="1932730142" sldId="1831"/>
            <ac:spMk id="11" creationId="{B7A12E10-3D76-A248-DA1F-F54E09BE2B3A}"/>
          </ac:spMkLst>
        </pc:spChg>
      </pc:sldChg>
      <pc:sldChg chg="mod modShow">
        <pc:chgData name="Roger Rhoades" userId="09b4b200-c8ea-493f-916f-24d862966299" providerId="ADAL" clId="{02C7C7EB-DACA-41A9-9DF1-1B4C163C607F}" dt="2023-04-15T17:27:13.219" v="520" actId="729"/>
        <pc:sldMkLst>
          <pc:docMk/>
          <pc:sldMk cId="1684187943" sldId="1832"/>
        </pc:sldMkLst>
      </pc:sldChg>
      <pc:sldChg chg="addSp modSp mod modAnim modShow">
        <pc:chgData name="Roger Rhoades" userId="09b4b200-c8ea-493f-916f-24d862966299" providerId="ADAL" clId="{02C7C7EB-DACA-41A9-9DF1-1B4C163C607F}" dt="2023-11-24T14:22:06.162" v="790" actId="729"/>
        <pc:sldMkLst>
          <pc:docMk/>
          <pc:sldMk cId="1856340489" sldId="1833"/>
        </pc:sldMkLst>
        <pc:spChg chg="mod">
          <ac:chgData name="Roger Rhoades" userId="09b4b200-c8ea-493f-916f-24d862966299" providerId="ADAL" clId="{02C7C7EB-DACA-41A9-9DF1-1B4C163C607F}" dt="2023-04-15T17:45:58.220" v="637" actId="164"/>
          <ac:spMkLst>
            <pc:docMk/>
            <pc:sldMk cId="1856340489" sldId="1833"/>
            <ac:spMk id="5" creationId="{CE90A58A-A9DA-45FD-9836-6EAE71BBA554}"/>
          </ac:spMkLst>
        </pc:spChg>
        <pc:spChg chg="add mod">
          <ac:chgData name="Roger Rhoades" userId="09b4b200-c8ea-493f-916f-24d862966299" providerId="ADAL" clId="{02C7C7EB-DACA-41A9-9DF1-1B4C163C607F}" dt="2023-04-15T17:45:58.220" v="637" actId="164"/>
          <ac:spMkLst>
            <pc:docMk/>
            <pc:sldMk cId="1856340489" sldId="1833"/>
            <ac:spMk id="7" creationId="{801DBE11-9B6C-0A0F-05DD-F981A4FAF0D9}"/>
          </ac:spMkLst>
        </pc:spChg>
        <pc:grpChg chg="add mod">
          <ac:chgData name="Roger Rhoades" userId="09b4b200-c8ea-493f-916f-24d862966299" providerId="ADAL" clId="{02C7C7EB-DACA-41A9-9DF1-1B4C163C607F}" dt="2023-04-15T17:45:58.220" v="637" actId="164"/>
          <ac:grpSpMkLst>
            <pc:docMk/>
            <pc:sldMk cId="1856340489" sldId="1833"/>
            <ac:grpSpMk id="8" creationId="{1E8502FE-E2E7-D69A-48ED-083EF74D61B6}"/>
          </ac:grpSpMkLst>
        </pc:grpChg>
        <pc:graphicFrameChg chg="mod modGraphic">
          <ac:chgData name="Roger Rhoades" userId="09b4b200-c8ea-493f-916f-24d862966299" providerId="ADAL" clId="{02C7C7EB-DACA-41A9-9DF1-1B4C163C607F}" dt="2023-04-15T17:47:43.610" v="668"/>
          <ac:graphicFrameMkLst>
            <pc:docMk/>
            <pc:sldMk cId="1856340489" sldId="1833"/>
            <ac:graphicFrameMk id="6" creationId="{31D0F302-4CBE-44F3-BE75-494B6D4317B7}"/>
          </ac:graphicFrameMkLst>
        </pc:graphicFrameChg>
      </pc:sldChg>
      <pc:sldChg chg="mod modShow">
        <pc:chgData name="Roger Rhoades" userId="09b4b200-c8ea-493f-916f-24d862966299" providerId="ADAL" clId="{02C7C7EB-DACA-41A9-9DF1-1B4C163C607F}" dt="2023-04-15T17:28:00.950" v="521" actId="729"/>
        <pc:sldMkLst>
          <pc:docMk/>
          <pc:sldMk cId="2391845938" sldId="1834"/>
        </pc:sldMkLst>
      </pc:sldChg>
      <pc:sldChg chg="mod modShow">
        <pc:chgData name="Roger Rhoades" userId="09b4b200-c8ea-493f-916f-24d862966299" providerId="ADAL" clId="{02C7C7EB-DACA-41A9-9DF1-1B4C163C607F}" dt="2023-11-24T14:22:15.002" v="791" actId="729"/>
        <pc:sldMkLst>
          <pc:docMk/>
          <pc:sldMk cId="1386915450" sldId="1836"/>
        </pc:sldMkLst>
      </pc:sldChg>
      <pc:sldChg chg="addSp delSp modSp mod">
        <pc:chgData name="Roger Rhoades" userId="09b4b200-c8ea-493f-916f-24d862966299" providerId="ADAL" clId="{02C7C7EB-DACA-41A9-9DF1-1B4C163C607F}" dt="2023-11-24T14:36:19.648" v="805" actId="478"/>
        <pc:sldMkLst>
          <pc:docMk/>
          <pc:sldMk cId="809130095" sldId="1837"/>
        </pc:sldMkLst>
        <pc:spChg chg="add del mod">
          <ac:chgData name="Roger Rhoades" userId="09b4b200-c8ea-493f-916f-24d862966299" providerId="ADAL" clId="{02C7C7EB-DACA-41A9-9DF1-1B4C163C607F}" dt="2023-11-24T14:36:19.648" v="805" actId="478"/>
          <ac:spMkLst>
            <pc:docMk/>
            <pc:sldMk cId="809130095" sldId="1837"/>
            <ac:spMk id="10" creationId="{91F087C0-3ABC-9FD7-7E32-4BC03D20441F}"/>
          </ac:spMkLst>
        </pc:spChg>
      </pc:sldChg>
      <pc:sldChg chg="addSp delSp modSp mod">
        <pc:chgData name="Roger Rhoades" userId="09b4b200-c8ea-493f-916f-24d862966299" providerId="ADAL" clId="{02C7C7EB-DACA-41A9-9DF1-1B4C163C607F}" dt="2023-11-24T14:36:21.839" v="806" actId="478"/>
        <pc:sldMkLst>
          <pc:docMk/>
          <pc:sldMk cId="984530695" sldId="1838"/>
        </pc:sldMkLst>
        <pc:spChg chg="add del mod">
          <ac:chgData name="Roger Rhoades" userId="09b4b200-c8ea-493f-916f-24d862966299" providerId="ADAL" clId="{02C7C7EB-DACA-41A9-9DF1-1B4C163C607F}" dt="2023-11-24T14:36:21.839" v="806" actId="478"/>
          <ac:spMkLst>
            <pc:docMk/>
            <pc:sldMk cId="984530695" sldId="1838"/>
            <ac:spMk id="10" creationId="{789A300E-0DFC-9A6F-7836-6F5024305A3B}"/>
          </ac:spMkLst>
        </pc:spChg>
        <pc:graphicFrameChg chg="mod modGraphic">
          <ac:chgData name="Roger Rhoades" userId="09b4b200-c8ea-493f-916f-24d862966299" providerId="ADAL" clId="{02C7C7EB-DACA-41A9-9DF1-1B4C163C607F}" dt="2023-04-15T17:56:19.816" v="686"/>
          <ac:graphicFrameMkLst>
            <pc:docMk/>
            <pc:sldMk cId="984530695" sldId="1838"/>
            <ac:graphicFrameMk id="6" creationId="{31D0F302-4CBE-44F3-BE75-494B6D4317B7}"/>
          </ac:graphicFrameMkLst>
        </pc:graphicFrameChg>
      </pc:sldChg>
      <pc:sldChg chg="addSp delSp modSp mod">
        <pc:chgData name="Roger Rhoades" userId="09b4b200-c8ea-493f-916f-24d862966299" providerId="ADAL" clId="{02C7C7EB-DACA-41A9-9DF1-1B4C163C607F}" dt="2023-11-24T14:36:23.351" v="807" actId="478"/>
        <pc:sldMkLst>
          <pc:docMk/>
          <pc:sldMk cId="1988399806" sldId="1840"/>
        </pc:sldMkLst>
        <pc:spChg chg="add del mod">
          <ac:chgData name="Roger Rhoades" userId="09b4b200-c8ea-493f-916f-24d862966299" providerId="ADAL" clId="{02C7C7EB-DACA-41A9-9DF1-1B4C163C607F}" dt="2023-11-24T14:36:23.351" v="807" actId="478"/>
          <ac:spMkLst>
            <pc:docMk/>
            <pc:sldMk cId="1988399806" sldId="1840"/>
            <ac:spMk id="8" creationId="{4DCC6371-41E0-2CB7-6E2C-CF89F0F8B279}"/>
          </ac:spMkLst>
        </pc:spChg>
      </pc:sldChg>
      <pc:sldChg chg="addSp delSp modSp mod">
        <pc:chgData name="Roger Rhoades" userId="09b4b200-c8ea-493f-916f-24d862966299" providerId="ADAL" clId="{02C7C7EB-DACA-41A9-9DF1-1B4C163C607F}" dt="2023-11-24T14:36:25.072" v="808" actId="478"/>
        <pc:sldMkLst>
          <pc:docMk/>
          <pc:sldMk cId="2665652444" sldId="1841"/>
        </pc:sldMkLst>
        <pc:spChg chg="add del mod">
          <ac:chgData name="Roger Rhoades" userId="09b4b200-c8ea-493f-916f-24d862966299" providerId="ADAL" clId="{02C7C7EB-DACA-41A9-9DF1-1B4C163C607F}" dt="2023-11-24T14:36:25.072" v="808" actId="478"/>
          <ac:spMkLst>
            <pc:docMk/>
            <pc:sldMk cId="2665652444" sldId="1841"/>
            <ac:spMk id="9" creationId="{81D7E4B6-C5FD-B056-E067-F4FCBFAC2D03}"/>
          </ac:spMkLst>
        </pc:spChg>
      </pc:sldChg>
      <pc:sldChg chg="addSp delSp modSp mod">
        <pc:chgData name="Roger Rhoades" userId="09b4b200-c8ea-493f-916f-24d862966299" providerId="ADAL" clId="{02C7C7EB-DACA-41A9-9DF1-1B4C163C607F}" dt="2023-11-24T14:36:26.618" v="809" actId="478"/>
        <pc:sldMkLst>
          <pc:docMk/>
          <pc:sldMk cId="1625279859" sldId="1842"/>
        </pc:sldMkLst>
        <pc:spChg chg="add del mod">
          <ac:chgData name="Roger Rhoades" userId="09b4b200-c8ea-493f-916f-24d862966299" providerId="ADAL" clId="{02C7C7EB-DACA-41A9-9DF1-1B4C163C607F}" dt="2023-11-24T14:36:26.618" v="809" actId="478"/>
          <ac:spMkLst>
            <pc:docMk/>
            <pc:sldMk cId="1625279859" sldId="1842"/>
            <ac:spMk id="9" creationId="{CAFE5DF0-20E3-69BC-AD87-A45FBB8489F4}"/>
          </ac:spMkLst>
        </pc:spChg>
      </pc:sldChg>
      <pc:sldChg chg="modSp mod modShow">
        <pc:chgData name="Roger Rhoades" userId="09b4b200-c8ea-493f-916f-24d862966299" providerId="ADAL" clId="{02C7C7EB-DACA-41A9-9DF1-1B4C163C607F}" dt="2023-11-24T14:22:15.002" v="791" actId="729"/>
        <pc:sldMkLst>
          <pc:docMk/>
          <pc:sldMk cId="3908486014" sldId="1848"/>
        </pc:sldMkLst>
        <pc:graphicFrameChg chg="mod">
          <ac:chgData name="Roger Rhoades" userId="09b4b200-c8ea-493f-916f-24d862966299" providerId="ADAL" clId="{02C7C7EB-DACA-41A9-9DF1-1B4C163C607F}" dt="2023-04-15T17:54:28.700" v="669"/>
          <ac:graphicFrameMkLst>
            <pc:docMk/>
            <pc:sldMk cId="3908486014" sldId="1848"/>
            <ac:graphicFrameMk id="6" creationId="{31D0F302-4CBE-44F3-BE75-494B6D4317B7}"/>
          </ac:graphicFrameMkLst>
        </pc:graphicFrameChg>
      </pc:sldChg>
      <pc:sldChg chg="addSp delSp modSp mod">
        <pc:chgData name="Roger Rhoades" userId="09b4b200-c8ea-493f-916f-24d862966299" providerId="ADAL" clId="{02C7C7EB-DACA-41A9-9DF1-1B4C163C607F}" dt="2023-11-24T14:36:29.564" v="810" actId="478"/>
        <pc:sldMkLst>
          <pc:docMk/>
          <pc:sldMk cId="2644982230" sldId="1849"/>
        </pc:sldMkLst>
        <pc:spChg chg="add del mod">
          <ac:chgData name="Roger Rhoades" userId="09b4b200-c8ea-493f-916f-24d862966299" providerId="ADAL" clId="{02C7C7EB-DACA-41A9-9DF1-1B4C163C607F}" dt="2023-11-24T14:36:29.564" v="810" actId="478"/>
          <ac:spMkLst>
            <pc:docMk/>
            <pc:sldMk cId="2644982230" sldId="1849"/>
            <ac:spMk id="5" creationId="{4FBC517E-DA44-8FA0-FAF8-D82D9880F39B}"/>
          </ac:spMkLst>
        </pc:spChg>
        <pc:graphicFrameChg chg="mod modGraphic">
          <ac:chgData name="Roger Rhoades" userId="09b4b200-c8ea-493f-916f-24d862966299" providerId="ADAL" clId="{02C7C7EB-DACA-41A9-9DF1-1B4C163C607F}" dt="2023-07-06T18:32:34.600" v="762" actId="20577"/>
          <ac:graphicFrameMkLst>
            <pc:docMk/>
            <pc:sldMk cId="2644982230" sldId="1849"/>
            <ac:graphicFrameMk id="6" creationId="{31D0F302-4CBE-44F3-BE75-494B6D4317B7}"/>
          </ac:graphicFrameMkLst>
        </pc:graphicFrameChg>
      </pc:sldChg>
      <pc:sldChg chg="mod modShow">
        <pc:chgData name="Roger Rhoades" userId="09b4b200-c8ea-493f-916f-24d862966299" providerId="ADAL" clId="{02C7C7EB-DACA-41A9-9DF1-1B4C163C607F}" dt="2023-11-24T14:21:28.585" v="785" actId="729"/>
        <pc:sldMkLst>
          <pc:docMk/>
          <pc:sldMk cId="224261027" sldId="1850"/>
        </pc:sldMkLst>
      </pc:sldChg>
      <pc:sldChg chg="modSp mod modShow">
        <pc:chgData name="Roger Rhoades" userId="09b4b200-c8ea-493f-916f-24d862966299" providerId="ADAL" clId="{02C7C7EB-DACA-41A9-9DF1-1B4C163C607F}" dt="2023-04-15T16:50:41.823" v="273"/>
        <pc:sldMkLst>
          <pc:docMk/>
          <pc:sldMk cId="1986819524" sldId="1852"/>
        </pc:sldMkLst>
        <pc:graphicFrameChg chg="mod">
          <ac:chgData name="Roger Rhoades" userId="09b4b200-c8ea-493f-916f-24d862966299" providerId="ADAL" clId="{02C7C7EB-DACA-41A9-9DF1-1B4C163C607F}" dt="2023-04-15T16:50:41.823" v="273"/>
          <ac:graphicFrameMkLst>
            <pc:docMk/>
            <pc:sldMk cId="1986819524" sldId="1852"/>
            <ac:graphicFrameMk id="6" creationId="{31D0F302-4CBE-44F3-BE75-494B6D4317B7}"/>
          </ac:graphicFrameMkLst>
        </pc:graphicFrameChg>
      </pc:sldChg>
      <pc:sldChg chg="add mod modShow">
        <pc:chgData name="Roger Rhoades" userId="09b4b200-c8ea-493f-916f-24d862966299" providerId="ADAL" clId="{02C7C7EB-DACA-41A9-9DF1-1B4C163C607F}" dt="2023-11-24T14:22:06.162" v="790" actId="729"/>
        <pc:sldMkLst>
          <pc:docMk/>
          <pc:sldMk cId="4009538972" sldId="1853"/>
        </pc:sldMkLst>
      </pc:sldChg>
    </pc:docChg>
  </pc:docChgLst>
  <pc:docChgLst>
    <pc:chgData name="Laura-Lee Hartmann" userId="6f062300-4933-40a5-8799-71ae1cedad60" providerId="ADAL" clId="{3B497C67-CCF4-4C42-AE26-AA64C007C7D3}"/>
    <pc:docChg chg="modSld">
      <pc:chgData name="Laura-Lee Hartmann" userId="6f062300-4933-40a5-8799-71ae1cedad60" providerId="ADAL" clId="{3B497C67-CCF4-4C42-AE26-AA64C007C7D3}" dt="2022-06-29T12:09:30.729" v="2" actId="20577"/>
      <pc:docMkLst>
        <pc:docMk/>
      </pc:docMkLst>
      <pc:sldChg chg="modSp mod">
        <pc:chgData name="Laura-Lee Hartmann" userId="6f062300-4933-40a5-8799-71ae1cedad60" providerId="ADAL" clId="{3B497C67-CCF4-4C42-AE26-AA64C007C7D3}" dt="2022-06-29T12:06:02.500" v="0" actId="20577"/>
        <pc:sldMkLst>
          <pc:docMk/>
          <pc:sldMk cId="3233228317" sldId="1808"/>
        </pc:sldMkLst>
        <pc:graphicFrameChg chg="modGraphic">
          <ac:chgData name="Laura-Lee Hartmann" userId="6f062300-4933-40a5-8799-71ae1cedad60" providerId="ADAL" clId="{3B497C67-CCF4-4C42-AE26-AA64C007C7D3}" dt="2022-06-29T12:06:02.500" v="0" actId="20577"/>
          <ac:graphicFrameMkLst>
            <pc:docMk/>
            <pc:sldMk cId="3233228317" sldId="1808"/>
            <ac:graphicFrameMk id="6" creationId="{31D0F302-4CBE-44F3-BE75-494B6D4317B7}"/>
          </ac:graphicFrameMkLst>
        </pc:graphicFrameChg>
      </pc:sldChg>
      <pc:sldChg chg="modSp mod">
        <pc:chgData name="Laura-Lee Hartmann" userId="6f062300-4933-40a5-8799-71ae1cedad60" providerId="ADAL" clId="{3B497C67-CCF4-4C42-AE26-AA64C007C7D3}" dt="2022-06-29T12:09:30.729" v="2" actId="20577"/>
        <pc:sldMkLst>
          <pc:docMk/>
          <pc:sldMk cId="1834909748" sldId="1826"/>
        </pc:sldMkLst>
        <pc:graphicFrameChg chg="modGraphic">
          <ac:chgData name="Laura-Lee Hartmann" userId="6f062300-4933-40a5-8799-71ae1cedad60" providerId="ADAL" clId="{3B497C67-CCF4-4C42-AE26-AA64C007C7D3}" dt="2022-06-29T12:09:30.729" v="2" actId="20577"/>
          <ac:graphicFrameMkLst>
            <pc:docMk/>
            <pc:sldMk cId="1834909748" sldId="1826"/>
            <ac:graphicFrameMk id="6" creationId="{31D0F302-4CBE-44F3-BE75-494B6D4317B7}"/>
          </ac:graphicFrameMkLst>
        </pc:graphicFrameChg>
      </pc:sldChg>
    </pc:docChg>
  </pc:docChgLst>
  <pc:docChgLst>
    <pc:chgData name="Julian Finkler" userId="S::julian.finkler@albion.eu::48df19d5-0f37-486e-b4d5-f955778d2b2b" providerId="AD" clId="Web-{FEDB56A9-1502-BA8B-01BE-D56BE6BBDBDD}"/>
    <pc:docChg chg="modSld">
      <pc:chgData name="Julian Finkler" userId="S::julian.finkler@albion.eu::48df19d5-0f37-486e-b4d5-f955778d2b2b" providerId="AD" clId="Web-{FEDB56A9-1502-BA8B-01BE-D56BE6BBDBDD}" dt="2024-01-19T14:15:52.086" v="39"/>
      <pc:docMkLst>
        <pc:docMk/>
      </pc:docMkLst>
      <pc:sldChg chg="modSp">
        <pc:chgData name="Julian Finkler" userId="S::julian.finkler@albion.eu::48df19d5-0f37-486e-b4d5-f955778d2b2b" providerId="AD" clId="Web-{FEDB56A9-1502-BA8B-01BE-D56BE6BBDBDD}" dt="2024-01-19T14:15:52.086" v="39"/>
        <pc:sldMkLst>
          <pc:docMk/>
          <pc:sldMk cId="1625279859" sldId="1842"/>
        </pc:sldMkLst>
        <pc:graphicFrameChg chg="mod modGraphic">
          <ac:chgData name="Julian Finkler" userId="S::julian.finkler@albion.eu::48df19d5-0f37-486e-b4d5-f955778d2b2b" providerId="AD" clId="Web-{FEDB56A9-1502-BA8B-01BE-D56BE6BBDBDD}" dt="2024-01-19T14:15:52.086" v="39"/>
          <ac:graphicFrameMkLst>
            <pc:docMk/>
            <pc:sldMk cId="1625279859" sldId="1842"/>
            <ac:graphicFrameMk id="6" creationId="{31D0F302-4CBE-44F3-BE75-494B6D4317B7}"/>
          </ac:graphicFrameMkLst>
        </pc:graphicFrameChg>
      </pc:sldChg>
    </pc:docChg>
  </pc:docChgLst>
  <pc:docChgLst>
    <pc:chgData name="Daniel Krämer" userId="37208c1a-7bc9-42ef-ba4b-36537893322e" providerId="ADAL" clId="{8EC3BBC5-04E7-46DE-AF62-181766812C9C}"/>
    <pc:docChg chg="modSld">
      <pc:chgData name="Daniel Krämer" userId="37208c1a-7bc9-42ef-ba4b-36537893322e" providerId="ADAL" clId="{8EC3BBC5-04E7-46DE-AF62-181766812C9C}" dt="2024-04-11T11:24:54.183" v="1" actId="729"/>
      <pc:docMkLst>
        <pc:docMk/>
      </pc:docMkLst>
      <pc:sldChg chg="mod modShow">
        <pc:chgData name="Daniel Krämer" userId="37208c1a-7bc9-42ef-ba4b-36537893322e" providerId="ADAL" clId="{8EC3BBC5-04E7-46DE-AF62-181766812C9C}" dt="2024-04-11T11:23:48.324" v="0" actId="729"/>
        <pc:sldMkLst>
          <pc:docMk/>
          <pc:sldMk cId="64131242" sldId="1829"/>
        </pc:sldMkLst>
      </pc:sldChg>
      <pc:sldChg chg="mod modShow">
        <pc:chgData name="Daniel Krämer" userId="37208c1a-7bc9-42ef-ba4b-36537893322e" providerId="ADAL" clId="{8EC3BBC5-04E7-46DE-AF62-181766812C9C}" dt="2024-04-11T11:24:54.183" v="1" actId="729"/>
        <pc:sldMkLst>
          <pc:docMk/>
          <pc:sldMk cId="3908486014" sldId="184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1" cy="497285"/>
          </a:xfrm>
          <a:prstGeom prst="rect">
            <a:avLst/>
          </a:prstGeom>
        </p:spPr>
        <p:txBody>
          <a:bodyPr vert="horz" lIns="91714" tIns="45857" rIns="91714" bIns="45857" rtlCol="0"/>
          <a:lstStyle>
            <a:lvl1pPr algn="l">
              <a:defRPr sz="1200"/>
            </a:lvl1pPr>
          </a:lstStyle>
          <a:p>
            <a:endParaRPr lang="en-US">
              <a:latin typeface="Calibri Light" panose="020F03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1" cy="497285"/>
          </a:xfrm>
          <a:prstGeom prst="rect">
            <a:avLst/>
          </a:prstGeom>
        </p:spPr>
        <p:txBody>
          <a:bodyPr vert="horz" lIns="91714" tIns="45857" rIns="91714" bIns="45857" rtlCol="0"/>
          <a:lstStyle>
            <a:lvl1pPr algn="r">
              <a:defRPr sz="1200"/>
            </a:lvl1pPr>
          </a:lstStyle>
          <a:p>
            <a:fld id="{864AFED1-54D0-4FA0-B74A-5B0AAA66A316}" type="datetimeFigureOut">
              <a:rPr lang="en-US" smtClean="0">
                <a:latin typeface="Calibri Light" panose="020F0302020204030204" pitchFamily="34" charset="0"/>
              </a:rPr>
              <a:pPr/>
              <a:t>4/11/2024</a:t>
            </a:fld>
            <a:endParaRPr lang="en-US">
              <a:latin typeface="Calibri Light" panose="020F03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6678"/>
            <a:ext cx="2971801" cy="497285"/>
          </a:xfrm>
          <a:prstGeom prst="rect">
            <a:avLst/>
          </a:prstGeom>
        </p:spPr>
        <p:txBody>
          <a:bodyPr vert="horz" lIns="91714" tIns="45857" rIns="91714" bIns="45857" rtlCol="0" anchor="b"/>
          <a:lstStyle>
            <a:lvl1pPr algn="l">
              <a:defRPr sz="1200"/>
            </a:lvl1pPr>
          </a:lstStyle>
          <a:p>
            <a:endParaRPr lang="en-US">
              <a:latin typeface="Calibri Light" panose="020F03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46678"/>
            <a:ext cx="2971801" cy="497285"/>
          </a:xfrm>
          <a:prstGeom prst="rect">
            <a:avLst/>
          </a:prstGeom>
        </p:spPr>
        <p:txBody>
          <a:bodyPr vert="horz" lIns="91714" tIns="45857" rIns="91714" bIns="45857" rtlCol="0" anchor="b"/>
          <a:lstStyle>
            <a:lvl1pPr algn="r">
              <a:defRPr sz="1200"/>
            </a:lvl1pPr>
          </a:lstStyle>
          <a:p>
            <a:fld id="{BFF7E25C-F872-466E-9D3B-FD8AD27474DF}" type="slidenum">
              <a:rPr lang="en-US" smtClean="0">
                <a:latin typeface="Calibri Light" panose="020F0302020204030204" pitchFamily="34" charset="0"/>
              </a:rPr>
              <a:pPr/>
              <a:t>‹Nr.›</a:t>
            </a:fld>
            <a:endParaRPr lang="en-US">
              <a:latin typeface="Calibri Light" panose="020F03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599" y="9531284"/>
            <a:ext cx="2281947" cy="261887"/>
          </a:xfrm>
          <a:prstGeom prst="rect">
            <a:avLst/>
          </a:prstGeom>
          <a:noFill/>
        </p:spPr>
        <p:txBody>
          <a:bodyPr wrap="none" lIns="91714" tIns="45857" rIns="91714" bIns="45857" rtlCol="0">
            <a:spAutoFit/>
          </a:bodyPr>
          <a:lstStyle/>
          <a:p>
            <a:r>
              <a:rPr lang="en-US" sz="1100">
                <a:latin typeface="Calibri Light" panose="020F0302020204030204" pitchFamily="34" charset="0"/>
              </a:rPr>
              <a:t>Copyright Albion.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5697622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1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1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36600" y="746125"/>
            <a:ext cx="538480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1" y="4724203"/>
            <a:ext cx="5486400" cy="4475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6678"/>
            <a:ext cx="2971801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9446678"/>
            <a:ext cx="2971801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31517F5B-1651-4A58-8BC4-6FF6F20BB9E2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469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517F5B-1651-4A58-8BC4-6FF6F20BB9E2}" type="slidenum">
              <a:rPr lang="de-DE" smtClean="0"/>
              <a:pPr>
                <a:defRPr/>
              </a:pPr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8628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517F5B-1651-4A58-8BC4-6FF6F20BB9E2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8024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517F5B-1651-4A58-8BC4-6FF6F20BB9E2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4235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517F5B-1651-4A58-8BC4-6FF6F20BB9E2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4195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517F5B-1651-4A58-8BC4-6FF6F20BB9E2}" type="slidenum">
              <a:rPr lang="de-DE" smtClean="0"/>
              <a:pPr>
                <a:defRPr/>
              </a:pPr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063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517F5B-1651-4A58-8BC4-6FF6F20BB9E2}" type="slidenum">
              <a:rPr lang="de-DE" smtClean="0"/>
              <a:pPr>
                <a:defRPr/>
              </a:pPr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2155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517F5B-1651-4A58-8BC4-6FF6F20BB9E2}" type="slidenum">
              <a:rPr lang="de-DE" smtClean="0"/>
              <a:pPr>
                <a:defRPr/>
              </a:pPr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120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517F5B-1651-4A58-8BC4-6FF6F20BB9E2}" type="slidenum">
              <a:rPr lang="de-DE" smtClean="0"/>
              <a:pPr>
                <a:defRPr/>
              </a:pPr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9359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517F5B-1651-4A58-8BC4-6FF6F20BB9E2}" type="slidenum">
              <a:rPr lang="de-DE" smtClean="0"/>
              <a:pPr>
                <a:defRPr/>
              </a:pPr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5345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517F5B-1651-4A58-8BC4-6FF6F20BB9E2}" type="slidenum">
              <a:rPr lang="de-DE" smtClean="0"/>
              <a:pPr>
                <a:defRPr/>
              </a:pPr>
              <a:t>45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18334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1517F5B-1651-4A58-8BC4-6FF6F20BB9E2}" type="slidenum">
              <a:rPr lang="de-DE" smtClean="0"/>
              <a:pPr>
                <a:defRPr/>
              </a:pPr>
              <a:t>48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503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80" y="1709740"/>
            <a:ext cx="8925320" cy="2852737"/>
          </a:xfrm>
        </p:spPr>
        <p:txBody>
          <a:bodyPr anchor="b"/>
          <a:lstStyle>
            <a:lvl1pPr>
              <a:defRPr sz="5999"/>
            </a:lvl1pPr>
          </a:lstStyle>
          <a:p>
            <a:r>
              <a:rPr lang="de-DE"/>
              <a:t>Click to </a:t>
            </a:r>
            <a:r>
              <a:rPr lang="de-DE" err="1"/>
              <a:t>edit</a:t>
            </a:r>
            <a:r>
              <a:rPr lang="de-DE"/>
              <a:t>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5880" y="4589466"/>
            <a:ext cx="892532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8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6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2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0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8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4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Edit Master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399B-3AAD-4E53-8FDC-8D34194CDB1A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1"/>
            <a:fld id="{DC65F2A6-DE86-5747-A2A3-FFB413B14C70}" type="slidenum">
              <a:rPr lang="de-DE" smtClean="0">
                <a:solidFill>
                  <a:prstClr val="black"/>
                </a:solidFill>
              </a:rPr>
              <a:pPr defTabSz="457181"/>
              <a:t>‹Nr.›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875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41658" y="1040921"/>
            <a:ext cx="9144001" cy="5536963"/>
          </a:xfrm>
        </p:spPr>
        <p:txBody>
          <a:bodyPr/>
          <a:lstStyle>
            <a:lvl1pPr marL="265102" indent="-265102">
              <a:defRPr/>
            </a:lvl1pPr>
            <a:lvl2pPr marL="538141" indent="-273038">
              <a:defRPr/>
            </a:lvl2pPr>
            <a:lvl3pPr marL="803241" indent="-265102">
              <a:defRPr/>
            </a:lvl3pPr>
            <a:lvl4pPr marL="1076280" indent="-273038">
              <a:defRPr/>
            </a:lvl4pPr>
            <a:lvl5pPr marL="1341382" indent="-265102">
              <a:defRPr/>
            </a:lvl5pPr>
          </a:lstStyle>
          <a:p>
            <a:pPr lvl="0"/>
            <a:r>
              <a:rPr lang="de-DE"/>
              <a:t>Edit Master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2E87-E252-409F-B064-CB97592D7656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1"/>
            <a:fld id="{DC65F2A6-DE86-5747-A2A3-FFB413B14C70}" type="slidenum">
              <a:rPr lang="de-DE" smtClean="0">
                <a:solidFill>
                  <a:prstClr val="black"/>
                </a:solidFill>
              </a:rPr>
              <a:pPr defTabSz="457181"/>
              <a:t>‹Nr.›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80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E5D3D-4BB2-4EAA-885A-4F53880C1C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AA644-5ACF-4B7F-B7A3-D1137506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E839-45FE-477D-AB09-64138F3DEAE1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42996-55F8-49D2-9FB4-920CB594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13D49-5F77-4E4D-BB1E-600C4F1D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‹Nr.›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192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AA644-5ACF-4B7F-B7A3-D1137506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C7379-26BE-4771-928F-94A4DF45FF29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42996-55F8-49D2-9FB4-920CB594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13D49-5F77-4E4D-BB1E-600C4F1D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‹Nr.›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974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7025E2-1887-4376-B84D-96842B30B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0E46E-1387-48EA-A424-61E570CCBC1C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279735-353A-492F-913A-C9F42B830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4EC4BC-54C4-44C2-A53A-853840E41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‹Nr.›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F036C3D-A85E-4C5F-AFE8-4CFCF52118E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1658" y="228601"/>
            <a:ext cx="9144001" cy="637516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4000"/>
            </a:lvl1pPr>
          </a:lstStyle>
          <a:p>
            <a:pPr lvl="0"/>
            <a:r>
              <a:rPr lang="de-DE"/>
              <a:t>Edit Master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893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992074" cy="1325563"/>
          </a:xfrm>
        </p:spPr>
        <p:txBody>
          <a:bodyPr/>
          <a:lstStyle/>
          <a:p>
            <a:r>
              <a:rPr lang="de-DE"/>
              <a:t>Click to </a:t>
            </a:r>
            <a:r>
              <a:rPr lang="de-DE" err="1"/>
              <a:t>edit</a:t>
            </a:r>
            <a:r>
              <a:rPr lang="de-DE"/>
              <a:t>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2330" y="1681164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1" indent="0">
              <a:buNone/>
              <a:defRPr sz="2000" b="1"/>
            </a:lvl2pPr>
            <a:lvl3pPr marL="914361" indent="0">
              <a:buNone/>
              <a:defRPr sz="1800" b="1"/>
            </a:lvl3pPr>
            <a:lvl4pPr marL="1371543" indent="0">
              <a:buNone/>
              <a:defRPr sz="1600" b="1"/>
            </a:lvl4pPr>
            <a:lvl5pPr marL="1828724" indent="0">
              <a:buNone/>
              <a:defRPr sz="1600" b="1"/>
            </a:lvl5pPr>
            <a:lvl6pPr marL="2285904" indent="0">
              <a:buNone/>
              <a:defRPr sz="1600" b="1"/>
            </a:lvl6pPr>
            <a:lvl7pPr marL="2743085" indent="0">
              <a:buNone/>
              <a:defRPr sz="1600" b="1"/>
            </a:lvl7pPr>
            <a:lvl8pPr marL="3200266" indent="0">
              <a:buNone/>
              <a:defRPr sz="1600" b="1"/>
            </a:lvl8pPr>
            <a:lvl9pPr marL="3657447" indent="0">
              <a:buNone/>
              <a:defRPr sz="1600" b="1"/>
            </a:lvl9pPr>
          </a:lstStyle>
          <a:p>
            <a:pPr lvl="0"/>
            <a:r>
              <a:rPr lang="de-DE"/>
              <a:t>Edit Master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82330" y="2505075"/>
            <a:ext cx="4190702" cy="4098687"/>
          </a:xfrm>
        </p:spPr>
        <p:txBody>
          <a:bodyPr/>
          <a:lstStyle/>
          <a:p>
            <a:pPr lvl="0"/>
            <a:r>
              <a:rPr lang="de-DE"/>
              <a:t>Edit Master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2" y="1681164"/>
            <a:ext cx="45862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1" indent="0">
              <a:buNone/>
              <a:defRPr sz="2000" b="1"/>
            </a:lvl2pPr>
            <a:lvl3pPr marL="914361" indent="0">
              <a:buNone/>
              <a:defRPr sz="1800" b="1"/>
            </a:lvl3pPr>
            <a:lvl4pPr marL="1371543" indent="0">
              <a:buNone/>
              <a:defRPr sz="1600" b="1"/>
            </a:lvl4pPr>
            <a:lvl5pPr marL="1828724" indent="0">
              <a:buNone/>
              <a:defRPr sz="1600" b="1"/>
            </a:lvl5pPr>
            <a:lvl6pPr marL="2285904" indent="0">
              <a:buNone/>
              <a:defRPr sz="1600" b="1"/>
            </a:lvl6pPr>
            <a:lvl7pPr marL="2743085" indent="0">
              <a:buNone/>
              <a:defRPr sz="1600" b="1"/>
            </a:lvl7pPr>
            <a:lvl8pPr marL="3200266" indent="0">
              <a:buNone/>
              <a:defRPr sz="1600" b="1"/>
            </a:lvl8pPr>
            <a:lvl9pPr marL="3657447" indent="0">
              <a:buNone/>
              <a:defRPr sz="1600" b="1"/>
            </a:lvl9pPr>
          </a:lstStyle>
          <a:p>
            <a:pPr lvl="0"/>
            <a:r>
              <a:rPr lang="de-DE"/>
              <a:t>Edit Master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014912" y="2505075"/>
            <a:ext cx="4586287" cy="4098687"/>
          </a:xfrm>
        </p:spPr>
        <p:txBody>
          <a:bodyPr/>
          <a:lstStyle/>
          <a:p>
            <a:pPr lvl="0"/>
            <a:r>
              <a:rPr lang="de-DE"/>
              <a:t>Edit Master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FBF48-F45A-4192-BAAF-E61EBC09522F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1"/>
            <a:fld id="{DC65F2A6-DE86-5747-A2A3-FFB413B14C70}" type="slidenum">
              <a:rPr lang="de-DE" smtClean="0">
                <a:solidFill>
                  <a:prstClr val="black"/>
                </a:solidFill>
              </a:rPr>
              <a:pPr defTabSz="457181"/>
              <a:t>‹Nr.›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032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Click to </a:t>
            </a:r>
            <a:r>
              <a:rPr lang="de-DE" err="1"/>
              <a:t>edit</a:t>
            </a:r>
            <a:r>
              <a:rPr lang="de-DE"/>
              <a:t>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211340" y="457201"/>
            <a:ext cx="5389861" cy="61294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Edit Master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1"/>
            <a:ext cx="3194944" cy="4529269"/>
          </a:xfrm>
        </p:spPr>
        <p:txBody>
          <a:bodyPr/>
          <a:lstStyle>
            <a:lvl1pPr marL="0" indent="0">
              <a:buNone/>
              <a:defRPr sz="1600"/>
            </a:lvl1pPr>
            <a:lvl2pPr marL="457181" indent="0">
              <a:buNone/>
              <a:defRPr sz="1400"/>
            </a:lvl2pPr>
            <a:lvl3pPr marL="914361" indent="0">
              <a:buNone/>
              <a:defRPr sz="1200"/>
            </a:lvl3pPr>
            <a:lvl4pPr marL="1371543" indent="0">
              <a:buNone/>
              <a:defRPr sz="1000"/>
            </a:lvl4pPr>
            <a:lvl5pPr marL="1828724" indent="0">
              <a:buNone/>
              <a:defRPr sz="1000"/>
            </a:lvl5pPr>
            <a:lvl6pPr marL="2285904" indent="0">
              <a:buNone/>
              <a:defRPr sz="1000"/>
            </a:lvl6pPr>
            <a:lvl7pPr marL="2743085" indent="0">
              <a:buNone/>
              <a:defRPr sz="1000"/>
            </a:lvl7pPr>
            <a:lvl8pPr marL="3200266" indent="0">
              <a:buNone/>
              <a:defRPr sz="1000"/>
            </a:lvl8pPr>
            <a:lvl9pPr marL="3657447" indent="0">
              <a:buNone/>
              <a:defRPr sz="1000"/>
            </a:lvl9pPr>
          </a:lstStyle>
          <a:p>
            <a:pPr lvl="0"/>
            <a:r>
              <a:rPr lang="de-DE"/>
              <a:t>Edit Master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35EB-5869-42DA-B06D-E0996B41D0FE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1"/>
            <a:fld id="{DC65F2A6-DE86-5747-A2A3-FFB413B14C70}" type="slidenum">
              <a:rPr lang="de-DE" smtClean="0">
                <a:solidFill>
                  <a:prstClr val="black"/>
                </a:solidFill>
              </a:rPr>
              <a:pPr defTabSz="457181"/>
              <a:t>‹Nr.›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946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AA644-5ACF-4B7F-B7A3-D1137506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D32D-D24A-4F80-A0D6-76FA0EAE0973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42996-55F8-49D2-9FB4-920CB594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13D49-5F77-4E4D-BB1E-600C4F1D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‹Nr.›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310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F4E9B9-9FEF-CA10-BF57-84B47C331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049503A-D950-A0B6-6FC9-6B0156B59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03571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658" y="1036431"/>
            <a:ext cx="9144001" cy="556733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noProof="0"/>
              <a:t>Edit Master </a:t>
            </a:r>
            <a:r>
              <a:rPr lang="de-DE" noProof="0" err="1"/>
              <a:t>text</a:t>
            </a:r>
            <a:r>
              <a:rPr lang="de-DE" noProof="0"/>
              <a:t> </a:t>
            </a:r>
            <a:r>
              <a:rPr lang="de-DE" noProof="0" err="1"/>
              <a:t>styles</a:t>
            </a:r>
            <a:endParaRPr lang="de-DE" noProof="0"/>
          </a:p>
          <a:p>
            <a:pPr lvl="1"/>
            <a:r>
              <a:rPr lang="de-DE" noProof="0"/>
              <a:t>Second </a:t>
            </a:r>
            <a:r>
              <a:rPr lang="de-DE" noProof="0" err="1"/>
              <a:t>level</a:t>
            </a:r>
            <a:endParaRPr lang="de-DE" noProof="0"/>
          </a:p>
          <a:p>
            <a:pPr lvl="2"/>
            <a:r>
              <a:rPr lang="de-DE" noProof="0"/>
              <a:t>Third </a:t>
            </a:r>
            <a:r>
              <a:rPr lang="de-DE" noProof="0" err="1"/>
              <a:t>level</a:t>
            </a:r>
            <a:endParaRPr lang="de-DE" noProof="0"/>
          </a:p>
          <a:p>
            <a:pPr lvl="3"/>
            <a:r>
              <a:rPr lang="de-DE" noProof="0" err="1"/>
              <a:t>Fourth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  <a:p>
            <a:pPr lvl="4"/>
            <a:r>
              <a:rPr lang="de-DE" noProof="0" err="1"/>
              <a:t>Fifth</a:t>
            </a:r>
            <a:r>
              <a:rPr lang="de-DE" noProof="0"/>
              <a:t> </a:t>
            </a:r>
            <a:r>
              <a:rPr lang="de-DE" noProof="0" err="1"/>
              <a:t>level</a:t>
            </a:r>
            <a:endParaRPr lang="de-DE" noProof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1658" y="76201"/>
            <a:ext cx="9144001" cy="85407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de-DE" noProof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42386" y="6579481"/>
            <a:ext cx="334327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de-DE" noProof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1659" y="6586670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C5AC1911-35D6-4620-AAAA-5D017F2282F4}" type="datetime1">
              <a:rPr lang="de-DE" noProof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 noProof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83833" y="6579481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DC65F2A6-DE86-5747-A2A3-FFB413B14C70}" type="slidenum">
              <a:rPr lang="de-DE" noProof="0" smtClean="0">
                <a:solidFill>
                  <a:prstClr val="black"/>
                </a:solidFill>
              </a:rPr>
              <a:pPr/>
              <a:t>‹Nr.›</a:t>
            </a:fld>
            <a:endParaRPr lang="de-DE" noProof="0">
              <a:solidFill>
                <a:prstClr val="black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7EEE34B-1A4E-4EC2-9746-18133826D45B}"/>
              </a:ext>
            </a:extLst>
          </p:cNvPr>
          <p:cNvGrpSpPr/>
          <p:nvPr userDrawn="1"/>
        </p:nvGrpSpPr>
        <p:grpSpPr>
          <a:xfrm>
            <a:off x="2381" y="1"/>
            <a:ext cx="452439" cy="6855617"/>
            <a:chOff x="2381" y="1"/>
            <a:chExt cx="452439" cy="6855617"/>
          </a:xfrm>
        </p:grpSpPr>
        <p:sp>
          <p:nvSpPr>
            <p:cNvPr id="7" name="Rectangle 6"/>
            <p:cNvSpPr/>
            <p:nvPr userDrawn="1"/>
          </p:nvSpPr>
          <p:spPr>
            <a:xfrm>
              <a:off x="142876" y="1"/>
              <a:ext cx="180865" cy="6855617"/>
            </a:xfrm>
            <a:prstGeom prst="rect">
              <a:avLst/>
            </a:prstGeom>
            <a:solidFill>
              <a:srgbClr val="05C5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noProof="0"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F39264B-7DC8-49F7-B0C6-13F339082012}"/>
                </a:ext>
              </a:extLst>
            </p:cNvPr>
            <p:cNvGrpSpPr/>
            <p:nvPr userDrawn="1"/>
          </p:nvGrpSpPr>
          <p:grpSpPr>
            <a:xfrm>
              <a:off x="2381" y="1071364"/>
              <a:ext cx="452439" cy="338716"/>
              <a:chOff x="2381" y="1071364"/>
              <a:chExt cx="452439" cy="338716"/>
            </a:xfrm>
          </p:grpSpPr>
          <p:sp>
            <p:nvSpPr>
              <p:cNvPr id="8" name="Rectangle 7"/>
              <p:cNvSpPr/>
              <p:nvPr userDrawn="1"/>
            </p:nvSpPr>
            <p:spPr>
              <a:xfrm>
                <a:off x="2381" y="1074292"/>
                <a:ext cx="452439" cy="3357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Freeform: Shape 8"/>
              <p:cNvSpPr>
                <a:spLocks noChangeAspect="1"/>
              </p:cNvSpPr>
              <p:nvPr userDrawn="1"/>
            </p:nvSpPr>
            <p:spPr>
              <a:xfrm rot="17989352">
                <a:off x="176966" y="1086965"/>
                <a:ext cx="234001" cy="202800"/>
              </a:xfrm>
              <a:custGeom>
                <a:avLst/>
                <a:gdLst>
                  <a:gd name="connsiteX0" fmla="*/ 627505 w 1255010"/>
                  <a:gd name="connsiteY0" fmla="*/ 0 h 1080000"/>
                  <a:gd name="connsiteX1" fmla="*/ 1255010 w 1255010"/>
                  <a:gd name="connsiteY1" fmla="*/ 1080000 h 1080000"/>
                  <a:gd name="connsiteX2" fmla="*/ 945897 w 1255010"/>
                  <a:gd name="connsiteY2" fmla="*/ 1080000 h 1080000"/>
                  <a:gd name="connsiteX3" fmla="*/ 627505 w 1255010"/>
                  <a:gd name="connsiteY3" fmla="*/ 532015 h 1080000"/>
                  <a:gd name="connsiteX4" fmla="*/ 309113 w 1255010"/>
                  <a:gd name="connsiteY4" fmla="*/ 1080000 h 1080000"/>
                  <a:gd name="connsiteX5" fmla="*/ 0 w 1255010"/>
                  <a:gd name="connsiteY5" fmla="*/ 1080000 h 10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5010" h="1080000">
                    <a:moveTo>
                      <a:pt x="627505" y="0"/>
                    </a:moveTo>
                    <a:lnTo>
                      <a:pt x="1255010" y="1080000"/>
                    </a:lnTo>
                    <a:lnTo>
                      <a:pt x="945897" y="1080000"/>
                    </a:lnTo>
                    <a:lnTo>
                      <a:pt x="627505" y="532015"/>
                    </a:lnTo>
                    <a:lnTo>
                      <a:pt x="309113" y="1080000"/>
                    </a:lnTo>
                    <a:lnTo>
                      <a:pt x="0" y="1080000"/>
                    </a:lnTo>
                    <a:close/>
                  </a:path>
                </a:pathLst>
              </a:custGeom>
              <a:solidFill>
                <a:srgbClr val="00B9F5"/>
              </a:solidFill>
              <a:ln>
                <a:noFill/>
              </a:ln>
              <a:scene3d>
                <a:camera prst="orthographicFront">
                  <a:rot lat="0" lon="0" rev="2154000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0" name="Freeform: Shape 9"/>
              <p:cNvSpPr>
                <a:spLocks noChangeAspect="1"/>
              </p:cNvSpPr>
              <p:nvPr userDrawn="1"/>
            </p:nvSpPr>
            <p:spPr>
              <a:xfrm>
                <a:off x="20706" y="1134906"/>
                <a:ext cx="234001" cy="202800"/>
              </a:xfrm>
              <a:custGeom>
                <a:avLst/>
                <a:gdLst>
                  <a:gd name="connsiteX0" fmla="*/ 627505 w 1255010"/>
                  <a:gd name="connsiteY0" fmla="*/ 0 h 1080000"/>
                  <a:gd name="connsiteX1" fmla="*/ 1255010 w 1255010"/>
                  <a:gd name="connsiteY1" fmla="*/ 1080000 h 1080000"/>
                  <a:gd name="connsiteX2" fmla="*/ 945897 w 1255010"/>
                  <a:gd name="connsiteY2" fmla="*/ 1080000 h 1080000"/>
                  <a:gd name="connsiteX3" fmla="*/ 627505 w 1255010"/>
                  <a:gd name="connsiteY3" fmla="*/ 532015 h 1080000"/>
                  <a:gd name="connsiteX4" fmla="*/ 309113 w 1255010"/>
                  <a:gd name="connsiteY4" fmla="*/ 1080000 h 1080000"/>
                  <a:gd name="connsiteX5" fmla="*/ 0 w 1255010"/>
                  <a:gd name="connsiteY5" fmla="*/ 1080000 h 10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5010" h="1080000">
                    <a:moveTo>
                      <a:pt x="627505" y="0"/>
                    </a:moveTo>
                    <a:lnTo>
                      <a:pt x="1255010" y="1080000"/>
                    </a:lnTo>
                    <a:lnTo>
                      <a:pt x="945897" y="1080000"/>
                    </a:lnTo>
                    <a:lnTo>
                      <a:pt x="627505" y="532015"/>
                    </a:lnTo>
                    <a:lnTo>
                      <a:pt x="309113" y="1080000"/>
                    </a:lnTo>
                    <a:lnTo>
                      <a:pt x="0" y="1080000"/>
                    </a:lnTo>
                    <a:close/>
                  </a:path>
                </a:pathLst>
              </a:custGeom>
              <a:solidFill>
                <a:srgbClr val="003C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1775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413" r:id="rId1"/>
    <p:sldLayoutId id="2147487412" r:id="rId2"/>
    <p:sldLayoutId id="2147487424" r:id="rId3"/>
    <p:sldLayoutId id="2147487425" r:id="rId4"/>
    <p:sldLayoutId id="2147487426" r:id="rId5"/>
    <p:sldLayoutId id="2147487415" r:id="rId6"/>
    <p:sldLayoutId id="2147487418" r:id="rId7"/>
  </p:sldLayoutIdLst>
  <p:hf hdr="0"/>
  <p:txStyles>
    <p:titleStyle>
      <a:lvl1pPr algn="l" defTabSz="914361" rtl="0" eaLnBrk="1" latinLnBrk="0" hangingPunct="1">
        <a:lnSpc>
          <a:spcPct val="90000"/>
        </a:lnSpc>
        <a:spcBef>
          <a:spcPct val="0"/>
        </a:spcBef>
        <a:buNone/>
        <a:defRPr sz="2800" b="1" kern="1200" cap="none" baseline="0">
          <a:solidFill>
            <a:srgbClr val="003CD2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269989" indent="-269989" algn="l" defTabSz="914361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Font typeface="Calibri Light" panose="020B0604020202020204" pitchFamily="34" charset="0"/>
        <a:buChar char="•"/>
        <a:defRPr sz="2000" b="1" kern="1200">
          <a:solidFill>
            <a:srgbClr val="003CD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38141" indent="-273038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03241" indent="-265102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076280" indent="-273038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341382" indent="-265102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495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76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57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7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1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1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3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4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4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5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6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7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1" y="76201"/>
            <a:ext cx="9296400" cy="85407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1" y="1074291"/>
            <a:ext cx="9296400" cy="552947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1" y="6586670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3255254A-C2E4-4B47-93AE-C54CEF2DFDF1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57926" y="6595216"/>
            <a:ext cx="334327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38575" y="6595216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‹Nr.›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364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434" r:id="rId1"/>
  </p:sldLayoutIdLst>
  <p:hf hdr="0"/>
  <p:txStyles>
    <p:titleStyle>
      <a:lvl1pPr algn="l" defTabSz="914361" rtl="0" eaLnBrk="1" latinLnBrk="0" hangingPunct="1">
        <a:lnSpc>
          <a:spcPct val="90000"/>
        </a:lnSpc>
        <a:spcBef>
          <a:spcPct val="0"/>
        </a:spcBef>
        <a:buNone/>
        <a:defRPr sz="2800" b="1" kern="1200" cap="none" baseline="0">
          <a:solidFill>
            <a:schemeClr val="tx2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269989" indent="-269989" algn="l" defTabSz="914361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Font typeface="Calibri Light" panose="020B0604020202020204" pitchFamily="34" charset="0"/>
        <a:buChar char="•"/>
        <a:defRPr sz="2000" b="1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38141" indent="-273038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03241" indent="-265102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076280" indent="-273038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341382" indent="-265102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495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76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57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7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1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1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3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4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4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5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6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7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Vertical Title 1">
            <a:extLst>
              <a:ext uri="{FF2B5EF4-FFF2-40B4-BE49-F238E27FC236}">
                <a16:creationId xmlns:a16="http://schemas.microsoft.com/office/drawing/2014/main" id="{81AE10C9-FCDD-4115-89E6-2A3282A65625}"/>
              </a:ext>
            </a:extLst>
          </p:cNvPr>
          <p:cNvSpPr txBox="1">
            <a:spLocks/>
          </p:cNvSpPr>
          <p:nvPr userDrawn="1"/>
        </p:nvSpPr>
        <p:spPr>
          <a:xfrm>
            <a:off x="8305799" y="533399"/>
            <a:ext cx="1379858" cy="6164379"/>
          </a:xfrm>
          <a:prstGeom prst="rect">
            <a:avLst/>
          </a:prstGeom>
        </p:spPr>
        <p:txBody>
          <a:bodyPr vert="eaVert" lIns="0" tIns="0" rIns="0" bIns="0" rtlCol="0" anchor="ctr">
            <a:normAutofit/>
          </a:bodyPr>
          <a:lstStyle>
            <a:lvl1pPr algn="l" defTabSz="91436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cap="none" baseline="0">
                <a:solidFill>
                  <a:srgbClr val="003CD2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361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1" i="0" u="none" strike="noStrike" kern="1200" cap="none" spc="0" normalizeH="0" baseline="0" noProof="0">
                <a:ln>
                  <a:noFill/>
                </a:ln>
                <a:solidFill>
                  <a:srgbClr val="003CD2"/>
                </a:solidFill>
                <a:effectLst/>
                <a:uLnTx/>
                <a:uFillTx/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rPr>
              <a:t>Click </a:t>
            </a:r>
            <a:r>
              <a:rPr kumimoji="0" lang="de-DE" sz="2800" b="1" i="0" u="none" strike="noStrike" kern="1200" cap="none" spc="0" normalizeH="0" baseline="0" noProof="0" err="1">
                <a:ln>
                  <a:noFill/>
                </a:ln>
                <a:solidFill>
                  <a:srgbClr val="003CD2"/>
                </a:solidFill>
                <a:effectLst/>
                <a:uLnTx/>
                <a:uFillTx/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rPr>
              <a:t>to</a:t>
            </a:r>
            <a:r>
              <a:rPr kumimoji="0" lang="de-DE" sz="2800" b="1" i="0" u="none" strike="noStrike" kern="1200" cap="none" spc="0" normalizeH="0" baseline="0" noProof="0">
                <a:ln>
                  <a:noFill/>
                </a:ln>
                <a:solidFill>
                  <a:srgbClr val="003CD2"/>
                </a:solidFill>
                <a:effectLst/>
                <a:uLnTx/>
                <a:uFillTx/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rPr>
              <a:t> </a:t>
            </a:r>
            <a:r>
              <a:rPr kumimoji="0" lang="de-DE" sz="2800" b="1" i="0" u="none" strike="noStrike" kern="1200" cap="none" spc="0" normalizeH="0" baseline="0" noProof="0" err="1">
                <a:ln>
                  <a:noFill/>
                </a:ln>
                <a:solidFill>
                  <a:srgbClr val="003CD2"/>
                </a:solidFill>
                <a:effectLst/>
                <a:uLnTx/>
                <a:uFillTx/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rPr>
              <a:t>edit</a:t>
            </a:r>
            <a:r>
              <a:rPr kumimoji="0" lang="de-DE" sz="2800" b="1" i="0" u="none" strike="noStrike" kern="1200" cap="none" spc="0" normalizeH="0" baseline="0" noProof="0">
                <a:ln>
                  <a:noFill/>
                </a:ln>
                <a:solidFill>
                  <a:srgbClr val="003CD2"/>
                </a:solidFill>
                <a:effectLst/>
                <a:uLnTx/>
                <a:uFillTx/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rPr>
              <a:t> Master title style</a:t>
            </a:r>
          </a:p>
        </p:txBody>
      </p:sp>
      <p:sp>
        <p:nvSpPr>
          <p:cNvPr id="13" name="Vertical Text Placeholder 2">
            <a:extLst>
              <a:ext uri="{FF2B5EF4-FFF2-40B4-BE49-F238E27FC236}">
                <a16:creationId xmlns:a16="http://schemas.microsoft.com/office/drawing/2014/main" id="{EB7566A0-BE4D-4F31-854E-66594CD61979}"/>
              </a:ext>
            </a:extLst>
          </p:cNvPr>
          <p:cNvSpPr txBox="1">
            <a:spLocks/>
          </p:cNvSpPr>
          <p:nvPr userDrawn="1"/>
        </p:nvSpPr>
        <p:spPr>
          <a:xfrm>
            <a:off x="541660" y="533399"/>
            <a:ext cx="7687941" cy="6164379"/>
          </a:xfrm>
          <a:prstGeom prst="rect">
            <a:avLst/>
          </a:prstGeom>
        </p:spPr>
        <p:txBody>
          <a:bodyPr vert="eaVert" lIns="0" tIns="0" rIns="0" bIns="0" rtlCol="0">
            <a:normAutofit/>
          </a:bodyPr>
          <a:lstStyle>
            <a:lvl1pPr marL="269989" indent="-269989" algn="l" defTabSz="914361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Calibri Light" panose="020B0604020202020204" pitchFamily="34" charset="0"/>
              <a:buChar char="•"/>
              <a:defRPr sz="2000" b="1" kern="1200">
                <a:solidFill>
                  <a:srgbClr val="003CD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538141" indent="-273038" algn="l" defTabSz="91436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Calibri Light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03241" indent="-265102" algn="l" defTabSz="91436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Calibri Light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076280" indent="-273038" algn="l" defTabSz="91436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Calibri Light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341382" indent="-265102" algn="l" defTabSz="91436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Calibri Light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495" indent="-228591" algn="l" defTabSz="914361" rtl="0" eaLnBrk="1" latinLnBrk="0" hangingPunct="1">
              <a:lnSpc>
                <a:spcPct val="90000"/>
              </a:lnSpc>
              <a:spcBef>
                <a:spcPts val="500"/>
              </a:spcBef>
              <a:buFont typeface="Calibri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76" indent="-228591" algn="l" defTabSz="914361" rtl="0" eaLnBrk="1" latinLnBrk="0" hangingPunct="1">
              <a:lnSpc>
                <a:spcPct val="90000"/>
              </a:lnSpc>
              <a:spcBef>
                <a:spcPts val="500"/>
              </a:spcBef>
              <a:buFont typeface="Calibri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57" indent="-228591" algn="l" defTabSz="914361" rtl="0" eaLnBrk="1" latinLnBrk="0" hangingPunct="1">
              <a:lnSpc>
                <a:spcPct val="90000"/>
              </a:lnSpc>
              <a:spcBef>
                <a:spcPts val="500"/>
              </a:spcBef>
              <a:buFont typeface="Calibri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7" indent="-228591" algn="l" defTabSz="914361" rtl="0" eaLnBrk="1" latinLnBrk="0" hangingPunct="1">
              <a:lnSpc>
                <a:spcPct val="90000"/>
              </a:lnSpc>
              <a:spcBef>
                <a:spcPts val="500"/>
              </a:spcBef>
              <a:buFont typeface="Calibri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9989" marR="0" lvl="0" indent="-269989" algn="l" defTabSz="914361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Calibri Light" panose="020B0604020202020204" pitchFamily="34" charset="0"/>
              <a:buChar char="•"/>
              <a:tabLst/>
              <a:defRPr/>
            </a:pP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003CD2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Edit Master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003CD2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text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003CD2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003CD2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styles</a:t>
            </a:r>
            <a:endParaRPr kumimoji="0" lang="de-DE" sz="2000" b="1" i="0" u="none" strike="noStrike" kern="1200" cap="none" spc="0" normalizeH="0" baseline="0" noProof="0">
              <a:ln>
                <a:noFill/>
              </a:ln>
              <a:solidFill>
                <a:srgbClr val="003CD2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538141" marR="0" lvl="1" indent="-273038" algn="l" defTabSz="91436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 Light" panose="020B0604020202020204" pitchFamily="34" charset="0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Second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level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803241" marR="0" lvl="2" indent="-265102" algn="l" defTabSz="91436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 Light" panose="020B0604020202020204" pitchFamily="34" charset="0"/>
              <a:buChar char="•"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Third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level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1076280" marR="0" lvl="3" indent="-273038" algn="l" defTabSz="91436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 Light" panose="020B0604020202020204" pitchFamily="34" charset="0"/>
              <a:buChar char="•"/>
              <a:tabLst/>
              <a:defRPr/>
            </a:pP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Fourth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level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1341382" marR="0" lvl="4" indent="-265102" algn="l" defTabSz="91436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 Light" panose="020B0604020202020204" pitchFamily="34" charset="0"/>
              <a:buChar char="•"/>
              <a:tabLst/>
              <a:defRPr/>
            </a:pP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Fifth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level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BFDE2F6-587C-4FBA-9AF5-36833863A483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1000125" y="1533524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6E8D70-C702-430E-AE0C-6554306DC209}" type="datetime1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11.04.2024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3D2BA7CC-8ED8-48B7-8B77-B5DC910BBC76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1577096" y="4911840"/>
            <a:ext cx="334327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Albion Copyright 2019 ©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0762760-DC30-4BBE-BC92-7D44B0BCB112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1019884" y="3345984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18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65F2A6-DE86-5747-A2A3-FFB413B14C7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ctr" defTabSz="45718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CB3F318-D98C-4F04-A1ED-CE8D906E2490}"/>
              </a:ext>
            </a:extLst>
          </p:cNvPr>
          <p:cNvGrpSpPr/>
          <p:nvPr userDrawn="1"/>
        </p:nvGrpSpPr>
        <p:grpSpPr>
          <a:xfrm>
            <a:off x="-5416" y="19723"/>
            <a:ext cx="9911416" cy="452439"/>
            <a:chOff x="-5416" y="19723"/>
            <a:chExt cx="9911416" cy="45243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9BDC79C-107E-4E80-9B5B-709D4630D413}"/>
                </a:ext>
              </a:extLst>
            </p:cNvPr>
            <p:cNvSpPr/>
            <p:nvPr userDrawn="1"/>
          </p:nvSpPr>
          <p:spPr>
            <a:xfrm rot="5400000">
              <a:off x="4859859" y="-4705054"/>
              <a:ext cx="180865" cy="9911416"/>
            </a:xfrm>
            <a:prstGeom prst="rect">
              <a:avLst/>
            </a:prstGeom>
            <a:solidFill>
              <a:srgbClr val="05C5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noProof="0"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40B7CFA-6305-4F74-B6DE-F3CDFFB26964}"/>
                </a:ext>
              </a:extLst>
            </p:cNvPr>
            <p:cNvGrpSpPr/>
            <p:nvPr userDrawn="1"/>
          </p:nvGrpSpPr>
          <p:grpSpPr>
            <a:xfrm rot="5400000">
              <a:off x="7818071" y="77037"/>
              <a:ext cx="452439" cy="337812"/>
              <a:chOff x="2381" y="1071364"/>
              <a:chExt cx="452439" cy="338716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4F5DA9F-4CBB-4F2C-8B78-7ABE75C03A07}"/>
                  </a:ext>
                </a:extLst>
              </p:cNvPr>
              <p:cNvSpPr/>
              <p:nvPr userDrawn="1"/>
            </p:nvSpPr>
            <p:spPr>
              <a:xfrm>
                <a:off x="2381" y="1074292"/>
                <a:ext cx="452439" cy="3357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3172CC7-C9AC-471E-B8C7-4066BF7D605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7989352">
                <a:off x="176966" y="1086965"/>
                <a:ext cx="234001" cy="202800"/>
              </a:xfrm>
              <a:custGeom>
                <a:avLst/>
                <a:gdLst>
                  <a:gd name="connsiteX0" fmla="*/ 627505 w 1255010"/>
                  <a:gd name="connsiteY0" fmla="*/ 0 h 1080000"/>
                  <a:gd name="connsiteX1" fmla="*/ 1255010 w 1255010"/>
                  <a:gd name="connsiteY1" fmla="*/ 1080000 h 1080000"/>
                  <a:gd name="connsiteX2" fmla="*/ 945897 w 1255010"/>
                  <a:gd name="connsiteY2" fmla="*/ 1080000 h 1080000"/>
                  <a:gd name="connsiteX3" fmla="*/ 627505 w 1255010"/>
                  <a:gd name="connsiteY3" fmla="*/ 532015 h 1080000"/>
                  <a:gd name="connsiteX4" fmla="*/ 309113 w 1255010"/>
                  <a:gd name="connsiteY4" fmla="*/ 1080000 h 1080000"/>
                  <a:gd name="connsiteX5" fmla="*/ 0 w 1255010"/>
                  <a:gd name="connsiteY5" fmla="*/ 1080000 h 10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5010" h="1080000">
                    <a:moveTo>
                      <a:pt x="627505" y="0"/>
                    </a:moveTo>
                    <a:lnTo>
                      <a:pt x="1255010" y="1080000"/>
                    </a:lnTo>
                    <a:lnTo>
                      <a:pt x="945897" y="1080000"/>
                    </a:lnTo>
                    <a:lnTo>
                      <a:pt x="627505" y="532015"/>
                    </a:lnTo>
                    <a:lnTo>
                      <a:pt x="309113" y="1080000"/>
                    </a:lnTo>
                    <a:lnTo>
                      <a:pt x="0" y="1080000"/>
                    </a:lnTo>
                    <a:close/>
                  </a:path>
                </a:pathLst>
              </a:custGeom>
              <a:solidFill>
                <a:srgbClr val="00B9F5"/>
              </a:solidFill>
              <a:ln>
                <a:noFill/>
              </a:ln>
              <a:scene3d>
                <a:camera prst="orthographicFront">
                  <a:rot lat="0" lon="0" rev="2154000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D66F14F-B3A5-46C6-AE53-49BCE4EA619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20706" y="1134906"/>
                <a:ext cx="234001" cy="202800"/>
              </a:xfrm>
              <a:custGeom>
                <a:avLst/>
                <a:gdLst>
                  <a:gd name="connsiteX0" fmla="*/ 627505 w 1255010"/>
                  <a:gd name="connsiteY0" fmla="*/ 0 h 1080000"/>
                  <a:gd name="connsiteX1" fmla="*/ 1255010 w 1255010"/>
                  <a:gd name="connsiteY1" fmla="*/ 1080000 h 1080000"/>
                  <a:gd name="connsiteX2" fmla="*/ 945897 w 1255010"/>
                  <a:gd name="connsiteY2" fmla="*/ 1080000 h 1080000"/>
                  <a:gd name="connsiteX3" fmla="*/ 627505 w 1255010"/>
                  <a:gd name="connsiteY3" fmla="*/ 532015 h 1080000"/>
                  <a:gd name="connsiteX4" fmla="*/ 309113 w 1255010"/>
                  <a:gd name="connsiteY4" fmla="*/ 1080000 h 1080000"/>
                  <a:gd name="connsiteX5" fmla="*/ 0 w 1255010"/>
                  <a:gd name="connsiteY5" fmla="*/ 1080000 h 10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5010" h="1080000">
                    <a:moveTo>
                      <a:pt x="627505" y="0"/>
                    </a:moveTo>
                    <a:lnTo>
                      <a:pt x="1255010" y="1080000"/>
                    </a:lnTo>
                    <a:lnTo>
                      <a:pt x="945897" y="1080000"/>
                    </a:lnTo>
                    <a:lnTo>
                      <a:pt x="627505" y="532015"/>
                    </a:lnTo>
                    <a:lnTo>
                      <a:pt x="309113" y="1080000"/>
                    </a:lnTo>
                    <a:lnTo>
                      <a:pt x="0" y="1080000"/>
                    </a:lnTo>
                    <a:close/>
                  </a:path>
                </a:pathLst>
              </a:custGeom>
              <a:solidFill>
                <a:srgbClr val="003C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89069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43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3754599"/>
            <a:ext cx="9077721" cy="774538"/>
          </a:xfrm>
        </p:spPr>
        <p:txBody>
          <a:bodyPr>
            <a:normAutofit/>
          </a:bodyPr>
          <a:lstStyle/>
          <a:p>
            <a:r>
              <a:rPr lang="de-DE" sz="4800"/>
              <a:t>iSAQB CPSA-Foundation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456113"/>
            <a:ext cx="8890145" cy="108569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de-DE" sz="3200">
                <a:solidFill>
                  <a:schemeClr val="tx1">
                    <a:lumMod val="85000"/>
                    <a:lumOff val="15000"/>
                  </a:schemeClr>
                </a:solidFill>
              </a:rPr>
              <a:t>Übungsfragen</a:t>
            </a:r>
          </a:p>
        </p:txBody>
      </p:sp>
      <p:pic>
        <p:nvPicPr>
          <p:cNvPr id="6" name="Bildplatzhalter 5" descr="Storebaelt Bridge - Design to Implementation.jpg"/>
          <p:cNvPicPr>
            <a:picLocks noChangeAspect="1"/>
          </p:cNvPicPr>
          <p:nvPr/>
        </p:nvPicPr>
        <p:blipFill>
          <a:blip r:embed="rId3" cstate="print"/>
          <a:srcRect l="12553" r="12553"/>
          <a:stretch>
            <a:fillRect/>
          </a:stretch>
        </p:blipFill>
        <p:spPr>
          <a:xfrm>
            <a:off x="533400" y="0"/>
            <a:ext cx="9372600" cy="365760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3BA6505D-49C6-4837-AB70-9B658C969D0C}"/>
              </a:ext>
            </a:extLst>
          </p:cNvPr>
          <p:cNvSpPr/>
          <p:nvPr/>
        </p:nvSpPr>
        <p:spPr>
          <a:xfrm>
            <a:off x="519868" y="6573999"/>
            <a:ext cx="206324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1000">
                <a:latin typeface="Calibri Light" panose="020F0302020204030204" pitchFamily="34" charset="0"/>
                <a:cs typeface="Calibri Light" panose="020F0302020204030204" pitchFamily="34" charset="0"/>
              </a:rPr>
              <a:t>v1.1</a:t>
            </a:r>
          </a:p>
        </p:txBody>
      </p:sp>
      <p:sp>
        <p:nvSpPr>
          <p:cNvPr id="9" name="Rechteck 7">
            <a:extLst>
              <a:ext uri="{FF2B5EF4-FFF2-40B4-BE49-F238E27FC236}">
                <a16:creationId xmlns:a16="http://schemas.microsoft.com/office/drawing/2014/main" id="{64B7ED4B-8651-47AE-A5E8-95B02D90052C}"/>
              </a:ext>
            </a:extLst>
          </p:cNvPr>
          <p:cNvSpPr/>
          <p:nvPr/>
        </p:nvSpPr>
        <p:spPr>
          <a:xfrm>
            <a:off x="7194332" y="5638801"/>
            <a:ext cx="2364558" cy="83099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de-DE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Roger E. Rhoades</a:t>
            </a:r>
          </a:p>
          <a:p>
            <a:pPr algn="r"/>
            <a:r>
              <a:rPr lang="de-DE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Albion Academy</a:t>
            </a:r>
          </a:p>
          <a:p>
            <a:pPr algn="r"/>
            <a:r>
              <a:rPr lang="de-DE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www.albionacademy.com</a:t>
            </a:r>
          </a:p>
        </p:txBody>
      </p:sp>
      <p:sp>
        <p:nvSpPr>
          <p:cNvPr id="10" name="Rechteck 7">
            <a:extLst>
              <a:ext uri="{FF2B5EF4-FFF2-40B4-BE49-F238E27FC236}">
                <a16:creationId xmlns:a16="http://schemas.microsoft.com/office/drawing/2014/main" id="{135BD5C4-70AE-4B6C-88C5-FE20863BC825}"/>
              </a:ext>
            </a:extLst>
          </p:cNvPr>
          <p:cNvSpPr/>
          <p:nvPr/>
        </p:nvSpPr>
        <p:spPr>
          <a:xfrm>
            <a:off x="8077200" y="6558610"/>
            <a:ext cx="148882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de-DE" sz="1000">
                <a:latin typeface="Calibri Light" panose="020F0302020204030204" pitchFamily="34" charset="0"/>
                <a:cs typeface="Calibri Light" panose="020F0302020204030204" pitchFamily="34" charset="0"/>
              </a:rPr>
              <a:t>Albion Copyright ©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07C6BD-5870-4062-A13C-DE79806611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85800" y="5664191"/>
            <a:ext cx="2098181" cy="81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6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33000-CBCD-44F2-8DB1-AE711FD62ABC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2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971245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noProof="0">
                          <a:solidFill>
                            <a:srgbClr val="003CD2"/>
                          </a:solidFill>
                        </a:rPr>
                        <a:t>Voraussetzungen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Architekturbegriffe, -nutzen und -aufgaben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Einflussfaktoren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Anliegen und Zusammenarbeit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Dokumentation und Kommunikation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Leitfaden für die Architektur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Lösungsstrategie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Lösungsentwicklung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Architekturbewertung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41660" y="1942041"/>
            <a:ext cx="2625800" cy="3140850"/>
            <a:chOff x="541660" y="1942041"/>
            <a:chExt cx="262580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41660" y="1942041"/>
              <a:ext cx="2625800" cy="3140850"/>
              <a:chOff x="541660" y="1942041"/>
              <a:chExt cx="262580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691172" y="1942041"/>
                <a:ext cx="1929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>
                    <a:latin typeface="Calibri" panose="020F0502020204030204" pitchFamily="34" charset="0"/>
                    <a:cs typeface="Calibri" panose="020F0502020204030204" pitchFamily="34" charset="0"/>
                  </a:rPr>
                  <a:t>Übungsfragen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317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AD87B-BF83-47A2-AE4F-2B54E3BC9EEC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3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87035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rgbClr val="595959"/>
                          </a:solidFill>
                        </a:rPr>
                        <a:t>Voraussetzungen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noProof="0">
                          <a:solidFill>
                            <a:srgbClr val="003CD2"/>
                          </a:solidFill>
                        </a:rPr>
                        <a:t>Architekturbegriffe, -nutzen und -aufgaben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Einflussfaktoren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Anliegen und Zusammenarbeit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Dokumentation und Kommunikation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Leitfaden für die Architektur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Lösungsstrategie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Lösungsentwicklung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Architekturbewertung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41660" y="1942041"/>
            <a:ext cx="2625800" cy="3140850"/>
            <a:chOff x="541660" y="1942041"/>
            <a:chExt cx="262580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41660" y="1942041"/>
              <a:ext cx="2625800" cy="3140850"/>
              <a:chOff x="541660" y="1942041"/>
              <a:chExt cx="262580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691172" y="1942041"/>
                <a:ext cx="1929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>
                    <a:latin typeface="Calibri" panose="020F0502020204030204" pitchFamily="34" charset="0"/>
                    <a:cs typeface="Calibri" panose="020F0502020204030204" pitchFamily="34" charset="0"/>
                  </a:rPr>
                  <a:t>Übungsfragen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94844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EC529-0A98-4242-A894-584884498397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4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862546"/>
              </p:ext>
            </p:extLst>
          </p:nvPr>
        </p:nvGraphicFramePr>
        <p:xfrm>
          <a:off x="541338" y="438222"/>
          <a:ext cx="8591862" cy="3446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Wann sollte die Arbeit an Softwarearchitektur im Lebenszyklus von Software beginnen?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>
                          <a:solidFill>
                            <a:srgbClr val="003CD2"/>
                          </a:solidFill>
                        </a:rPr>
                        <a:t>Wählen Sie die </a:t>
                      </a:r>
                      <a:r>
                        <a:rPr lang="de-DE" b="1">
                          <a:solidFill>
                            <a:srgbClr val="003CD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eine</a:t>
                      </a:r>
                      <a:r>
                        <a:rPr lang="de-DE">
                          <a:solidFill>
                            <a:srgbClr val="003CD2"/>
                          </a:solidFill>
                        </a:rPr>
                        <a:t> am besten passende Antwort aus.</a:t>
                      </a: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Anforderungsphase (möglicherweise früher)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Architekturphase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Designphase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Entwicklungsphase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Wartungsphase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726977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1524000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12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65D63-2EAA-4DAC-A3CE-D6D8171BF813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5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682987"/>
              </p:ext>
            </p:extLst>
          </p:nvPr>
        </p:nvGraphicFramePr>
        <p:xfrm>
          <a:off x="533400" y="438222"/>
          <a:ext cx="8591862" cy="297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zählt zu Ihren Aufgaben bezüglich gestellter Anforderungen an die Softwarearchitektur oder die Software?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</a:t>
                      </a:r>
                      <a:r>
                        <a:rPr lang="de-DE" sz="1600" b="1">
                          <a:solidFill>
                            <a:srgbClr val="003CD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zwei</a:t>
                      </a:r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Den Anforderungen widersprechen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Widersprüche in den Anforderungen ermitteln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Anforderungen hinterfragen, z. B. auf implizite Auswirkungen hinweisen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Den Umfang der Anforderungen erweitern wo nötig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BA392297-860C-49C8-B9A6-E6B1AD4C999A}"/>
              </a:ext>
            </a:extLst>
          </p:cNvPr>
          <p:cNvGrpSpPr/>
          <p:nvPr/>
        </p:nvGrpSpPr>
        <p:grpSpPr>
          <a:xfrm>
            <a:off x="578393" y="1913692"/>
            <a:ext cx="444759" cy="1088608"/>
            <a:chOff x="578393" y="1913692"/>
            <a:chExt cx="444759" cy="108860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91369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647D7B7-81B7-4A5A-A7DC-738091052D2D}"/>
                </a:ext>
              </a:extLst>
            </p:cNvPr>
            <p:cNvSpPr/>
            <p:nvPr/>
          </p:nvSpPr>
          <p:spPr>
            <a:xfrm>
              <a:off x="578393" y="232519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0619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85529-5B96-4AE4-BC5F-05882C72C847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6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729262"/>
              </p:ext>
            </p:extLst>
          </p:nvPr>
        </p:nvGraphicFramePr>
        <p:xfrm>
          <a:off x="541338" y="438222"/>
          <a:ext cx="8591862" cy="305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gehört zu Ihren Aufgaben als Softwarearchitekt?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</a:t>
                      </a:r>
                      <a:r>
                        <a:rPr lang="de-DE" sz="1600" b="1">
                          <a:solidFill>
                            <a:srgbClr val="003CD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eine</a:t>
                      </a:r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 am besten passende Antwort aus.</a:t>
                      </a: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Anforderungen definieren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Leitung des Entwicklungsteams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Implementierung der Architektur begleiten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Implementierung aller Querschnittskonzepte (z.B. Logging, Security)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Testfälle für architekturrelevante Themen definieren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1989892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22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8C0B6-4191-4A1A-BFC8-370FF5128ABE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7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513446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rgbClr val="595959"/>
                          </a:solidFill>
                        </a:rPr>
                        <a:t>Voraussetzungen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Architekturbegriffe, -nutzen und -aufgaben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noProof="0">
                          <a:solidFill>
                            <a:srgbClr val="003CD2"/>
                          </a:solidFill>
                        </a:rPr>
                        <a:t>Einflussfaktoren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Anliegen und Zusammenarbeit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Dokumentation und Kommunikation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Leitfaden für die Architektur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Lösungsstrategie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Lösungsentwicklung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Architekturbewertung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41660" y="1942041"/>
            <a:ext cx="2625800" cy="3140850"/>
            <a:chOff x="541660" y="1942041"/>
            <a:chExt cx="262580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41660" y="1942041"/>
              <a:ext cx="2625800" cy="3140850"/>
              <a:chOff x="541660" y="1942041"/>
              <a:chExt cx="262580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691172" y="1942041"/>
                <a:ext cx="1929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>
                    <a:latin typeface="Calibri" panose="020F0502020204030204" pitchFamily="34" charset="0"/>
                    <a:cs typeface="Calibri" panose="020F0502020204030204" pitchFamily="34" charset="0"/>
                  </a:rPr>
                  <a:t>Übungsfragen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1727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7AEFC-26F2-4942-8A64-79DF3EDAB95A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8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732966"/>
              </p:ext>
            </p:extLst>
          </p:nvPr>
        </p:nvGraphicFramePr>
        <p:xfrm>
          <a:off x="541338" y="438222"/>
          <a:ext cx="8591862" cy="3853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dieser Architekturentscheidungen können nur mit höherem Aufwand über den Lebenszyklus einer Anwendung geändert werden?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vier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Programmiersprache (z.B. COBOL auf Java)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Datenbank-Schema / Datenmodell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Art des Datenablagesystems (z. B. von Dateisystem auf relationale DB)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Externe Schnittstellen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Entwicklungsumgebung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Architekturstruktur (z. B. Monolith auf Microservices)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010912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45A92F9A-130E-444B-8E27-7D4795983D1F}"/>
              </a:ext>
            </a:extLst>
          </p:cNvPr>
          <p:cNvGrpSpPr/>
          <p:nvPr/>
        </p:nvGrpSpPr>
        <p:grpSpPr>
          <a:xfrm>
            <a:off x="546568" y="1455751"/>
            <a:ext cx="478570" cy="2878957"/>
            <a:chOff x="546568" y="1455751"/>
            <a:chExt cx="478570" cy="287895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2338231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582E84-31B3-4138-AB5E-A01A7AF690FD}"/>
                </a:ext>
              </a:extLst>
            </p:cNvPr>
            <p:cNvSpPr/>
            <p:nvPr/>
          </p:nvSpPr>
          <p:spPr>
            <a:xfrm>
              <a:off x="546568" y="275189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0478CDE-508E-453B-A5D0-45FD77163060}"/>
                </a:ext>
              </a:extLst>
            </p:cNvPr>
            <p:cNvSpPr/>
            <p:nvPr/>
          </p:nvSpPr>
          <p:spPr>
            <a:xfrm>
              <a:off x="581106" y="1455751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6B99ADF-07B7-4F5D-BE4D-6BDDF227A4B2}"/>
                </a:ext>
              </a:extLst>
            </p:cNvPr>
            <p:cNvSpPr/>
            <p:nvPr/>
          </p:nvSpPr>
          <p:spPr>
            <a:xfrm>
              <a:off x="562896" y="365760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870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358CC-9310-4C7E-BFF8-1F26E21F4317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9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736528"/>
              </p:ext>
            </p:extLst>
          </p:nvPr>
        </p:nvGraphicFramePr>
        <p:xfrm>
          <a:off x="541338" y="438222"/>
          <a:ext cx="8591862" cy="343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Herausforderungen bringt agile Softwareentwicklung für die Architektur grundsätzlich mit sich?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121438">
                <a:tc gridSpan="5"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Wählen Sie die zwei am besten passenden Antworten aus.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306189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Architektur wird nicht dokumentiert.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Für eine User Story getroffene Architekturentscheidungen müssen möglicherweise später für eine andere User Story revidiert werden.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Der Architekturprozess wird ständig unterbrochen und darum nie fertig.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Verantwortung für Entscheidungen kann bei einzelnen Personen liegen oder über das Team verteilt sein.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44528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1777194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E954C4-2451-467A-AD12-860BD12C7622}"/>
              </a:ext>
            </a:extLst>
          </p:cNvPr>
          <p:cNvSpPr/>
          <p:nvPr/>
        </p:nvSpPr>
        <p:spPr>
          <a:xfrm>
            <a:off x="583013" y="2964590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838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6B2F5-B349-45C3-A831-E6E316530634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10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841617"/>
              </p:ext>
            </p:extLst>
          </p:nvPr>
        </p:nvGraphicFramePr>
        <p:xfrm>
          <a:off x="541338" y="438222"/>
          <a:ext cx="9059862" cy="496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dieser Punkte sind funktionale Anforderungen [F] und welche Qualitätsanforderungen [Q]?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Q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3066333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1000 parallele Zugriffe sollen innerhalb einer Sekunde beantwortet sein.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Mehr als 10 Zugriffe in einer Sekunde des gleichen Benutzers oder Rechners sollen nicht mehr beantwortet werden.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Eine Überlastung der Anwendung durch zu schnelle Wiederholung von falschen </a:t>
                      </a:r>
                      <a:r>
                        <a:rPr lang="de-DE" sz="2000" err="1"/>
                        <a:t>Loginversuchen</a:t>
                      </a:r>
                      <a:r>
                        <a:rPr lang="de-DE" sz="2000"/>
                        <a:t> soll durch eine kurze Sperrzeit verhindert werden.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Bei bis zu 1000 parallelen Zugriffen soll jede aufgerufene Seite innerhalb einer Sekunde angezeigt werden.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Anwendung soll zwischen 9 und 18 Uhr 99,999% Uptime haben.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Bis zu 100 Anfragen desselben Benutzers sollen die Performance für andere Benutzer nicht beeinträchtigen.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7964879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89AA972C-3FA7-4806-BCD9-ABE820AA191B}"/>
              </a:ext>
            </a:extLst>
          </p:cNvPr>
          <p:cNvGrpSpPr/>
          <p:nvPr/>
        </p:nvGrpSpPr>
        <p:grpSpPr>
          <a:xfrm>
            <a:off x="579120" y="1447800"/>
            <a:ext cx="871376" cy="3715114"/>
            <a:chOff x="579120" y="1567539"/>
            <a:chExt cx="871376" cy="371511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98989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86E6BB2-0AD9-4EC5-8CCF-D1FAF4172F93}"/>
                </a:ext>
              </a:extLst>
            </p:cNvPr>
            <p:cNvSpPr/>
            <p:nvPr/>
          </p:nvSpPr>
          <p:spPr>
            <a:xfrm>
              <a:off x="1005264" y="2737376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B39DA26-8E5E-4766-BD8E-B5AC8CB71DBF}"/>
                </a:ext>
              </a:extLst>
            </p:cNvPr>
            <p:cNvSpPr/>
            <p:nvPr/>
          </p:nvSpPr>
          <p:spPr>
            <a:xfrm>
              <a:off x="1003768" y="1567539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EFFC7AA-94D5-458B-8919-E9D8D61460E2}"/>
                </a:ext>
              </a:extLst>
            </p:cNvPr>
            <p:cNvSpPr/>
            <p:nvPr/>
          </p:nvSpPr>
          <p:spPr>
            <a:xfrm>
              <a:off x="1005116" y="344495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8BA4C48-8DF7-4B86-B94F-3E8BDBCA83F3}"/>
                </a:ext>
              </a:extLst>
            </p:cNvPr>
            <p:cNvSpPr/>
            <p:nvPr/>
          </p:nvSpPr>
          <p:spPr>
            <a:xfrm>
              <a:off x="1006464" y="4161418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690259B-B12A-4CEE-9CAF-F058045A6B75}"/>
                </a:ext>
              </a:extLst>
            </p:cNvPr>
            <p:cNvSpPr/>
            <p:nvPr/>
          </p:nvSpPr>
          <p:spPr>
            <a:xfrm>
              <a:off x="1003768" y="4605545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8261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B8B7-D661-432D-88C9-2C6EDEB6FE22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11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335325"/>
              </p:ext>
            </p:extLst>
          </p:nvPr>
        </p:nvGraphicFramePr>
        <p:xfrm>
          <a:off x="541337" y="438222"/>
          <a:ext cx="9144324" cy="2612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148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663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50177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811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53269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Qualitätsmerkmale wirken üblicherweise positiv miteinander?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zwei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Sicherheit &amp; Benutzbarkeit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Anpassbarkeit &amp; Performance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Performance &amp; Benutzbarkeit</a:t>
                      </a:r>
                      <a:endParaRPr lang="de-DE" sz="1800">
                        <a:highlight>
                          <a:srgbClr val="FFFF00"/>
                        </a:highlight>
                      </a:endParaRP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Zuverlässigkeit &amp; Skalierbarkeit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4FA6FDC2-4B10-4662-8B13-0D69ABFB2A01}"/>
              </a:ext>
            </a:extLst>
          </p:cNvPr>
          <p:cNvSpPr/>
          <p:nvPr/>
        </p:nvSpPr>
        <p:spPr>
          <a:xfrm>
            <a:off x="587826" y="2407182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7528D2-2A7D-423F-A853-E9AE30FF2959}"/>
              </a:ext>
            </a:extLst>
          </p:cNvPr>
          <p:cNvSpPr/>
          <p:nvPr/>
        </p:nvSpPr>
        <p:spPr>
          <a:xfrm>
            <a:off x="571968" y="1981200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61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90FC0-5567-4D31-A8CF-4FF6E5A04C1B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12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759439"/>
              </p:ext>
            </p:extLst>
          </p:nvPr>
        </p:nvGraphicFramePr>
        <p:xfrm>
          <a:off x="541338" y="438222"/>
          <a:ext cx="9059862" cy="4776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Einflüsse müssen bei der Architektur betrachtet werden?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Markieren Sie die Antworten mit Ja [J] oder Nein [N]</a:t>
                      </a: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J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3981256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Qualitätsanforderungen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Vorlieben des Teams für bestimmte Technologien bzw. Lösungen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Juristische Faktoren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Stakeholder Anliegen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Enterprise Architektur Prinzipien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neusten technologischen Trends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G.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Budgetäre Bedingungen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8277987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H.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Organisationsstruktur und Unternehmenskultur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3816013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D46BBA46-5636-4DE9-87D5-B6543B8E4DB8}"/>
              </a:ext>
            </a:extLst>
          </p:cNvPr>
          <p:cNvGrpSpPr/>
          <p:nvPr/>
        </p:nvGrpSpPr>
        <p:grpSpPr>
          <a:xfrm>
            <a:off x="572880" y="1489876"/>
            <a:ext cx="457521" cy="3760588"/>
            <a:chOff x="572880" y="1447800"/>
            <a:chExt cx="457521" cy="37605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44780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BDF927-AEEE-40C4-AD1C-B68CFAB4E5BC}"/>
                </a:ext>
              </a:extLst>
            </p:cNvPr>
            <p:cNvSpPr/>
            <p:nvPr/>
          </p:nvSpPr>
          <p:spPr>
            <a:xfrm>
              <a:off x="579229" y="233098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3A02B23-1BC0-47A3-A2FA-F5A2DA298935}"/>
                </a:ext>
              </a:extLst>
            </p:cNvPr>
            <p:cNvSpPr/>
            <p:nvPr/>
          </p:nvSpPr>
          <p:spPr>
            <a:xfrm>
              <a:off x="579338" y="321416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9B2D7CB-AF65-46F5-8D9F-E95FE3FBBD01}"/>
                </a:ext>
              </a:extLst>
            </p:cNvPr>
            <p:cNvSpPr/>
            <p:nvPr/>
          </p:nvSpPr>
          <p:spPr>
            <a:xfrm>
              <a:off x="586369" y="2754078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4DD4414-44A7-4F50-BF94-BEF4C4EC762C}"/>
                </a:ext>
              </a:extLst>
            </p:cNvPr>
            <p:cNvSpPr/>
            <p:nvPr/>
          </p:nvSpPr>
          <p:spPr>
            <a:xfrm>
              <a:off x="576712" y="190176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932346-11FA-4910-99B0-105390D8EE13}"/>
                </a:ext>
              </a:extLst>
            </p:cNvPr>
            <p:cNvSpPr/>
            <p:nvPr/>
          </p:nvSpPr>
          <p:spPr>
            <a:xfrm>
              <a:off x="574304" y="365436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710830F-CE4B-4A01-9611-014FF4282A08}"/>
                </a:ext>
              </a:extLst>
            </p:cNvPr>
            <p:cNvSpPr/>
            <p:nvPr/>
          </p:nvSpPr>
          <p:spPr>
            <a:xfrm>
              <a:off x="573592" y="409282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C014A27-F944-4639-BDDB-BB810D1CA6E3}"/>
                </a:ext>
              </a:extLst>
            </p:cNvPr>
            <p:cNvSpPr/>
            <p:nvPr/>
          </p:nvSpPr>
          <p:spPr>
            <a:xfrm>
              <a:off x="572880" y="453128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0645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1C09F-FBA2-4E79-8CDD-27AD65C7B084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13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22293"/>
              </p:ext>
            </p:extLst>
          </p:nvPr>
        </p:nvGraphicFramePr>
        <p:xfrm>
          <a:off x="541338" y="438222"/>
          <a:ext cx="9059862" cy="470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Einflüsse müssen von der Architektur umgesetzt bzw. eingehalten werden?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Markieren Sie die Antworten mit Ja [J] oder Nein [N]</a:t>
                      </a: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J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3981256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Qualitätsanforderungen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Vorlieben des Teams für bestimmte Technologien bzw. Lösungen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Juristische Faktoren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Stakeholder Anliegen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Enterprise-Architektur-Prinzipien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neusten technologischen Trends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G.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Budgetäre Bedingungen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277987"/>
                  </a:ext>
                </a:extLst>
              </a:tr>
            </a:tbl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74B4BE62-12BA-41D6-B29B-9B2F5D97A145}"/>
              </a:ext>
            </a:extLst>
          </p:cNvPr>
          <p:cNvGrpSpPr/>
          <p:nvPr/>
        </p:nvGrpSpPr>
        <p:grpSpPr>
          <a:xfrm>
            <a:off x="573592" y="1850780"/>
            <a:ext cx="831583" cy="3330820"/>
            <a:chOff x="573592" y="1450407"/>
            <a:chExt cx="831583" cy="333082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46BBA46-5636-4DE9-87D5-B6543B8E4DB8}"/>
                </a:ext>
              </a:extLst>
            </p:cNvPr>
            <p:cNvGrpSpPr/>
            <p:nvPr/>
          </p:nvGrpSpPr>
          <p:grpSpPr>
            <a:xfrm>
              <a:off x="573592" y="1450407"/>
              <a:ext cx="456809" cy="3330820"/>
              <a:chOff x="573592" y="1447800"/>
              <a:chExt cx="456809" cy="333082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E90A58A-A9DA-45FD-9836-6EAE71BBA554}"/>
                  </a:ext>
                </a:extLst>
              </p:cNvPr>
              <p:cNvSpPr/>
              <p:nvPr/>
            </p:nvSpPr>
            <p:spPr>
              <a:xfrm>
                <a:off x="579120" y="1447800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440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2BDF927-AEEE-40C4-AD1C-B68CFAB4E5BC}"/>
                  </a:ext>
                </a:extLst>
              </p:cNvPr>
              <p:cNvSpPr/>
              <p:nvPr/>
            </p:nvSpPr>
            <p:spPr>
              <a:xfrm>
                <a:off x="579229" y="2330982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440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3A02B23-1BC0-47A3-A2FA-F5A2DA298935}"/>
                  </a:ext>
                </a:extLst>
              </p:cNvPr>
              <p:cNvSpPr/>
              <p:nvPr/>
            </p:nvSpPr>
            <p:spPr>
              <a:xfrm>
                <a:off x="579338" y="3214164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440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9B2D7CB-AF65-46F5-8D9F-E95FE3FBBD01}"/>
                  </a:ext>
                </a:extLst>
              </p:cNvPr>
              <p:cNvSpPr/>
              <p:nvPr/>
            </p:nvSpPr>
            <p:spPr>
              <a:xfrm>
                <a:off x="586369" y="2754078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440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9967835-FFB4-409A-83FD-9D1D50F7687E}"/>
                  </a:ext>
                </a:extLst>
              </p:cNvPr>
              <p:cNvSpPr/>
              <p:nvPr/>
            </p:nvSpPr>
            <p:spPr>
              <a:xfrm>
                <a:off x="573592" y="4101512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440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CCD2B2-BCB8-4FB2-907E-68EB5B508403}"/>
                </a:ext>
              </a:extLst>
            </p:cNvPr>
            <p:cNvSpPr/>
            <p:nvPr/>
          </p:nvSpPr>
          <p:spPr>
            <a:xfrm>
              <a:off x="914400" y="1958133"/>
              <a:ext cx="482824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DE" sz="3600">
                  <a:solidFill>
                    <a:srgbClr val="FF0000"/>
                  </a:solidFill>
                  <a:sym typeface="Wingdings 2" panose="05020102010507070707" pitchFamily="18" charset="2"/>
                </a:rPr>
                <a:t></a:t>
              </a:r>
              <a:endParaRPr lang="de-DE" sz="3600">
                <a:solidFill>
                  <a:srgbClr val="FF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F4C6DCB-0274-4DFF-A125-613D74303C89}"/>
                </a:ext>
              </a:extLst>
            </p:cNvPr>
            <p:cNvSpPr/>
            <p:nvPr/>
          </p:nvSpPr>
          <p:spPr>
            <a:xfrm>
              <a:off x="914400" y="3713704"/>
              <a:ext cx="482824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DE" sz="3600">
                  <a:solidFill>
                    <a:srgbClr val="FF0000"/>
                  </a:solidFill>
                  <a:sym typeface="Wingdings 2" panose="05020102010507070707" pitchFamily="18" charset="2"/>
                </a:rPr>
                <a:t></a:t>
              </a:r>
              <a:endParaRPr lang="de-DE" sz="3600">
                <a:solidFill>
                  <a:srgbClr val="FF0000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1CA2D02-FC3B-4D38-A7DF-C985F5D46688}"/>
                </a:ext>
              </a:extLst>
            </p:cNvPr>
            <p:cNvSpPr/>
            <p:nvPr/>
          </p:nvSpPr>
          <p:spPr>
            <a:xfrm>
              <a:off x="922351" y="2834523"/>
              <a:ext cx="482824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DE" sz="3600">
                  <a:solidFill>
                    <a:srgbClr val="FF0000"/>
                  </a:solidFill>
                  <a:sym typeface="Wingdings 2" panose="05020102010507070707" pitchFamily="18" charset="2"/>
                </a:rPr>
                <a:t></a:t>
              </a:r>
              <a:endParaRPr lang="de-DE" sz="360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26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C586-EB6A-401F-97F1-BA6F45176155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14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431493"/>
              </p:ext>
            </p:extLst>
          </p:nvPr>
        </p:nvGraphicFramePr>
        <p:xfrm>
          <a:off x="541338" y="438222"/>
          <a:ext cx="9059862" cy="4776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sind Qualitätsanforderungen nach ISO 25010?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Markieren Sie die Antworten mit Ja [J] oder Nein [N]</a:t>
                      </a:r>
                      <a:endParaRPr lang="de-DE" sz="1600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J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4309207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Eigenständigkeit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Verfügbarkeit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Leistungseffizienz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Portabilität / Flexibilität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Datenpersistenz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Kommunikation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G.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Wartbarkeit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7964879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H.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Skalierbarkeit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4242658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6357CF94-E9CD-45FC-8621-A469D888A900}"/>
              </a:ext>
            </a:extLst>
          </p:cNvPr>
          <p:cNvGrpSpPr/>
          <p:nvPr/>
        </p:nvGrpSpPr>
        <p:grpSpPr>
          <a:xfrm>
            <a:off x="579120" y="1535059"/>
            <a:ext cx="759795" cy="3762359"/>
            <a:chOff x="579120" y="1095832"/>
            <a:chExt cx="759795" cy="376235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53269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1095832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E1071AD-72B1-43FD-9C4D-2F7A7F9782FF}"/>
                </a:ext>
              </a:extLst>
            </p:cNvPr>
            <p:cNvSpPr/>
            <p:nvPr/>
          </p:nvSpPr>
          <p:spPr>
            <a:xfrm>
              <a:off x="587826" y="194998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C15B05-E3B5-41F1-98B2-F1B790DFEEF4}"/>
                </a:ext>
              </a:extLst>
            </p:cNvPr>
            <p:cNvSpPr/>
            <p:nvPr/>
          </p:nvSpPr>
          <p:spPr>
            <a:xfrm>
              <a:off x="591455" y="2398481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E4BA1A4-13A8-47B8-9ECB-1C9727C2E1D4}"/>
                </a:ext>
              </a:extLst>
            </p:cNvPr>
            <p:cNvSpPr/>
            <p:nvPr/>
          </p:nvSpPr>
          <p:spPr>
            <a:xfrm>
              <a:off x="587826" y="371346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DCB20F7-8033-4491-97E9-E50C908683A0}"/>
                </a:ext>
              </a:extLst>
            </p:cNvPr>
            <p:cNvSpPr/>
            <p:nvPr/>
          </p:nvSpPr>
          <p:spPr>
            <a:xfrm>
              <a:off x="979842" y="2862475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2025F97-E761-48CE-9D6E-1891EC8D551B}"/>
                </a:ext>
              </a:extLst>
            </p:cNvPr>
            <p:cNvSpPr/>
            <p:nvPr/>
          </p:nvSpPr>
          <p:spPr>
            <a:xfrm>
              <a:off x="979842" y="4181083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68FDAD6-E8FB-4E9A-A5CB-3289E5E30E14}"/>
                </a:ext>
              </a:extLst>
            </p:cNvPr>
            <p:cNvSpPr/>
            <p:nvPr/>
          </p:nvSpPr>
          <p:spPr>
            <a:xfrm>
              <a:off x="968955" y="3299335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AFAD930-CF9A-7B77-7E36-456FE0001379}"/>
                </a:ext>
              </a:extLst>
            </p:cNvPr>
            <p:cNvSpPr/>
            <p:nvPr/>
          </p:nvSpPr>
          <p:spPr>
            <a:xfrm>
              <a:off x="579120" y="4139725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7EB2AFEA-5429-F45F-06C2-A0798C8BFE06}"/>
              </a:ext>
            </a:extLst>
          </p:cNvPr>
          <p:cNvSpPr/>
          <p:nvPr/>
        </p:nvSpPr>
        <p:spPr>
          <a:xfrm>
            <a:off x="3421115" y="4886783"/>
            <a:ext cx="3343275" cy="631147"/>
          </a:xfrm>
          <a:prstGeom prst="wedgeRectCallout">
            <a:avLst>
              <a:gd name="adj1" fmla="val -59828"/>
              <a:gd name="adj2" fmla="val -19232"/>
            </a:avLst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1400"/>
              <a:t>Skalierbarkeit wird erst in der neuen Version des ISO 25010 Standards veröffentlicht</a:t>
            </a:r>
          </a:p>
        </p:txBody>
      </p:sp>
    </p:spTree>
    <p:extLst>
      <p:ext uri="{BB962C8B-B14F-4D97-AF65-F5344CB8AC3E}">
        <p14:creationId xmlns:p14="http://schemas.microsoft.com/office/powerpoint/2010/main" val="294849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E3E41-76AD-40D5-92B2-AC9FA168E628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15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076601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rgbClr val="595959"/>
                          </a:solidFill>
                        </a:rPr>
                        <a:t>Voraussetzungen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Architekturbegriffe, -nutzen und -aufgaben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Einflussfaktoren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noProof="0">
                          <a:solidFill>
                            <a:srgbClr val="003CD2"/>
                          </a:solidFill>
                        </a:rPr>
                        <a:t>Stakeholder Anliegen und Zusammenarbeit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Dokumentation und Kommunikation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Leitfaden für die Architektur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Lösungsstrategie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Lösungsentwicklung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Architekturbewertung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41660" y="1942041"/>
            <a:ext cx="2625800" cy="3140850"/>
            <a:chOff x="541660" y="1942041"/>
            <a:chExt cx="262580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41660" y="1942041"/>
              <a:ext cx="2625800" cy="3140850"/>
              <a:chOff x="541660" y="1942041"/>
              <a:chExt cx="262580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691172" y="1942041"/>
                <a:ext cx="1929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>
                    <a:latin typeface="Calibri" panose="020F0502020204030204" pitchFamily="34" charset="0"/>
                    <a:cs typeface="Calibri" panose="020F0502020204030204" pitchFamily="34" charset="0"/>
                  </a:rPr>
                  <a:t>Übungsfragen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72244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EE93-31CB-42B6-9CD2-5012F9D33E19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16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502462"/>
              </p:ext>
            </p:extLst>
          </p:nvPr>
        </p:nvGraphicFramePr>
        <p:xfrm>
          <a:off x="541338" y="438222"/>
          <a:ext cx="9059862" cy="3900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Mit welchen Stakeholdern sollte ein Architekt kommunizieren?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Markieren Sie die Antworten mit Ja [J] oder Nein [N]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J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268137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 err="1"/>
                        <a:t>Product</a:t>
                      </a:r>
                      <a:r>
                        <a:rPr lang="de-DE" sz="2000"/>
                        <a:t> </a:t>
                      </a:r>
                      <a:r>
                        <a:rPr lang="de-DE" sz="2000" err="1"/>
                        <a:t>Owner</a:t>
                      </a:r>
                      <a:r>
                        <a:rPr lang="de-DE" sz="2000"/>
                        <a:t> / Business Analyst / </a:t>
                      </a:r>
                      <a:r>
                        <a:rPr lang="de-DE" sz="2000" err="1"/>
                        <a:t>Requirements</a:t>
                      </a:r>
                      <a:r>
                        <a:rPr lang="de-DE" sz="2000"/>
                        <a:t> Engineer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Auftraggeber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Entwickler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Management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Vertrieb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IT-Betrieb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C775D227-39D9-4BEE-AF50-BC4D1D4B26E4}"/>
              </a:ext>
            </a:extLst>
          </p:cNvPr>
          <p:cNvGrpSpPr/>
          <p:nvPr/>
        </p:nvGrpSpPr>
        <p:grpSpPr>
          <a:xfrm>
            <a:off x="561520" y="1501250"/>
            <a:ext cx="461632" cy="2860080"/>
            <a:chOff x="561520" y="1119031"/>
            <a:chExt cx="461632" cy="286008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119031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611411F-6B0E-473E-9EFB-A1B7F8562E4C}"/>
                </a:ext>
              </a:extLst>
            </p:cNvPr>
            <p:cNvSpPr/>
            <p:nvPr/>
          </p:nvSpPr>
          <p:spPr>
            <a:xfrm>
              <a:off x="575600" y="1547208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A0C6F95-2D30-47EC-A0D3-08E75BB7B30E}"/>
                </a:ext>
              </a:extLst>
            </p:cNvPr>
            <p:cNvSpPr/>
            <p:nvPr/>
          </p:nvSpPr>
          <p:spPr>
            <a:xfrm>
              <a:off x="572080" y="1989901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85E0623-0195-47F2-9A94-F1157EBAEE4D}"/>
                </a:ext>
              </a:extLst>
            </p:cNvPr>
            <p:cNvSpPr/>
            <p:nvPr/>
          </p:nvSpPr>
          <p:spPr>
            <a:xfrm>
              <a:off x="568560" y="243259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680908E-DB7B-4706-855E-CD443C76EBA0}"/>
                </a:ext>
              </a:extLst>
            </p:cNvPr>
            <p:cNvSpPr/>
            <p:nvPr/>
          </p:nvSpPr>
          <p:spPr>
            <a:xfrm>
              <a:off x="565040" y="285714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FA4F8B3-C8BE-4D64-8DF4-92513BE9E3D2}"/>
                </a:ext>
              </a:extLst>
            </p:cNvPr>
            <p:cNvSpPr/>
            <p:nvPr/>
          </p:nvSpPr>
          <p:spPr>
            <a:xfrm>
              <a:off x="561520" y="3302003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605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4A08B-BD74-4893-853B-09E932C0C97E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17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344544"/>
              </p:ext>
            </p:extLst>
          </p:nvPr>
        </p:nvGraphicFramePr>
        <p:xfrm>
          <a:off x="541338" y="438222"/>
          <a:ext cx="9059862" cy="3524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Beiträge soll ein Architekt für die Projektleitung erbringen?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Markieren Sie die Antworten mit Ja [J] oder Nein [N]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J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805161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Entwickler/innen führen.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Ermittlung von technischen Risiken.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Team-Zusammenstellung bestimmen, um die Implementierung zu optimieren.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800"/>
                        <a:t>Die Zusammenstellung und Aufteilung von Arbeitspaketen (Projektaufgaben) auf Basis der Architektur empfehlen.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677D473-82FB-46C1-A3C6-6017AA429EA0}"/>
              </a:ext>
            </a:extLst>
          </p:cNvPr>
          <p:cNvGrpSpPr/>
          <p:nvPr/>
        </p:nvGrpSpPr>
        <p:grpSpPr>
          <a:xfrm>
            <a:off x="572407" y="1524000"/>
            <a:ext cx="765987" cy="2255856"/>
            <a:chOff x="572407" y="1151692"/>
            <a:chExt cx="765987" cy="225585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56898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1151692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6D7746-5DA8-46DC-811E-9D4CF70A7FE9}"/>
                </a:ext>
              </a:extLst>
            </p:cNvPr>
            <p:cNvSpPr/>
            <p:nvPr/>
          </p:nvSpPr>
          <p:spPr>
            <a:xfrm>
              <a:off x="572407" y="273044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74E52D3-328F-4FAA-87C5-4F5F4C2E4C24}"/>
                </a:ext>
              </a:extLst>
            </p:cNvPr>
            <p:cNvSpPr/>
            <p:nvPr/>
          </p:nvSpPr>
          <p:spPr>
            <a:xfrm>
              <a:off x="972608" y="2035635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335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F41D5-D204-4A5D-80A9-98AB4C5BB072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18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809341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rgbClr val="595959"/>
                          </a:solidFill>
                        </a:rPr>
                        <a:t>Voraussetzungen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Architekturbegriffe, -nutzen und -aufgaben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Einflussfaktoren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Anliegen und Zusammenarbeit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noProof="0">
                          <a:solidFill>
                            <a:srgbClr val="003CD2"/>
                          </a:solidFill>
                        </a:rPr>
                        <a:t>Dokumentation und Kommunikation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Leitfaden für die Architektur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Lösungsstrategie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Lösungsentwicklung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Architekturbewertung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41660" y="1942041"/>
            <a:ext cx="2625800" cy="3140850"/>
            <a:chOff x="541660" y="1942041"/>
            <a:chExt cx="262580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41660" y="1942041"/>
              <a:ext cx="2625800" cy="3140850"/>
              <a:chOff x="541660" y="1942041"/>
              <a:chExt cx="262580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691172" y="1942041"/>
                <a:ext cx="1929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>
                    <a:latin typeface="Calibri" panose="020F0502020204030204" pitchFamily="34" charset="0"/>
                    <a:cs typeface="Calibri" panose="020F0502020204030204" pitchFamily="34" charset="0"/>
                  </a:rPr>
                  <a:t>Übungsfragen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15705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5BEBB-63B6-4E0F-AFA2-37F9F9F2B7B5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19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189168"/>
              </p:ext>
            </p:extLst>
          </p:nvPr>
        </p:nvGraphicFramePr>
        <p:xfrm>
          <a:off x="541338" y="438222"/>
          <a:ext cx="8591862" cy="2612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ist UML?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am besten passende Antwort aus.</a:t>
                      </a: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eine Strukturform für projektbezogene Kommunikation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ein Model zur iterativen Softwareentwicklung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eine grafische Modellierungssprache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eine Methode, um Prozesse besser zu strukturieren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1964489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04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9469A-42AF-4180-A1FB-B4B116330054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20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235419"/>
              </p:ext>
            </p:extLst>
          </p:nvPr>
        </p:nvGraphicFramePr>
        <p:xfrm>
          <a:off x="541338" y="438222"/>
          <a:ext cx="9212261" cy="2612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5994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7199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52035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81702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415331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sind geeignete Mechanismen für die Beschreibung von Schnittstellen?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zwei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Java-Klasse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XML-Schema, z. B. WSDL, </a:t>
                      </a:r>
                      <a:r>
                        <a:rPr lang="de-DE" sz="2000" err="1"/>
                        <a:t>OpenAPI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Java-Interface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Datenbank-Schema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1524000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7EA63E-16B0-43F2-ACB0-13FF59510881}"/>
              </a:ext>
            </a:extLst>
          </p:cNvPr>
          <p:cNvSpPr/>
          <p:nvPr/>
        </p:nvSpPr>
        <p:spPr>
          <a:xfrm>
            <a:off x="587826" y="1964489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706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9815-36BA-4312-A64B-5FEEB045F038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21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625439"/>
              </p:ext>
            </p:extLst>
          </p:nvPr>
        </p:nvGraphicFramePr>
        <p:xfrm>
          <a:off x="541338" y="438222"/>
          <a:ext cx="8591862" cy="348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sind die gängigen Architektursichten laut iSAQB?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drei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Kontextsicht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Benutzersicht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Verteilungs-/</a:t>
                      </a:r>
                      <a:r>
                        <a:rPr lang="de-DE" sz="2000" err="1"/>
                        <a:t>Deploymentsicht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Laufzeitsicht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Abstraktionssicht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Plattformsicht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98D11150-32DF-4AA8-A603-997948F25804}"/>
              </a:ext>
            </a:extLst>
          </p:cNvPr>
          <p:cNvGrpSpPr/>
          <p:nvPr/>
        </p:nvGrpSpPr>
        <p:grpSpPr>
          <a:xfrm>
            <a:off x="567518" y="1066800"/>
            <a:ext cx="455634" cy="2012418"/>
            <a:chOff x="567518" y="1066800"/>
            <a:chExt cx="455634" cy="201241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06680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94D1F01-79A4-4AD8-B7A5-1086E2E02696}"/>
                </a:ext>
              </a:extLst>
            </p:cNvPr>
            <p:cNvSpPr/>
            <p:nvPr/>
          </p:nvSpPr>
          <p:spPr>
            <a:xfrm>
              <a:off x="573319" y="1960869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9BB0FE-F541-493D-9CFC-55CACE2C6FC3}"/>
                </a:ext>
              </a:extLst>
            </p:cNvPr>
            <p:cNvSpPr/>
            <p:nvPr/>
          </p:nvSpPr>
          <p:spPr>
            <a:xfrm>
              <a:off x="567518" y="240211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230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23CC8-27A1-429B-BFA7-BBCA9F114EFC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22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55711"/>
              </p:ext>
            </p:extLst>
          </p:nvPr>
        </p:nvGraphicFramePr>
        <p:xfrm>
          <a:off x="541338" y="438222"/>
          <a:ext cx="9288463" cy="3025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9084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3817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9084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10725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40993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8123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046637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Wer kann die Verständlichkeit von Architekturdokumentationen beurteilen?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Wählen Sie die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J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157249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der Auftraggeber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der Software-Architekt, der die Dokumentation erstellt hat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der Projektleiter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Entwickler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27001D8F-F2D9-4E3D-A08C-794F2F39B5BD}"/>
              </a:ext>
            </a:extLst>
          </p:cNvPr>
          <p:cNvGrpSpPr/>
          <p:nvPr/>
        </p:nvGrpSpPr>
        <p:grpSpPr>
          <a:xfrm>
            <a:off x="567500" y="1507289"/>
            <a:ext cx="770894" cy="1997911"/>
            <a:chOff x="567500" y="1117597"/>
            <a:chExt cx="770894" cy="199791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117597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1608892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09F822-12BC-4A6F-879E-1A170C73DA4C}"/>
                </a:ext>
              </a:extLst>
            </p:cNvPr>
            <p:cNvSpPr/>
            <p:nvPr/>
          </p:nvSpPr>
          <p:spPr>
            <a:xfrm>
              <a:off x="573310" y="198989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5169B7-F268-43E9-830B-56566AE35C13}"/>
                </a:ext>
              </a:extLst>
            </p:cNvPr>
            <p:cNvSpPr/>
            <p:nvPr/>
          </p:nvSpPr>
          <p:spPr>
            <a:xfrm>
              <a:off x="567500" y="243840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931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B160D-EE67-425D-A032-15BA67EBAF20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23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408010"/>
              </p:ext>
            </p:extLst>
          </p:nvPr>
        </p:nvGraphicFramePr>
        <p:xfrm>
          <a:off x="541338" y="438222"/>
          <a:ext cx="8591862" cy="348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Vervollständigen Sie: Dokumentation und Kommunikation müssen...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</a:t>
                      </a:r>
                      <a:r>
                        <a:rPr lang="de-DE" sz="1600" b="1">
                          <a:solidFill>
                            <a:srgbClr val="003CD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eine </a:t>
                      </a:r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am besten passende Antwort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... einer vorgegebenen Form entsprechen.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... vollständig sein.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... Kontext-, Baustein-, Verteilungs- und Laufzeitsicht umfassen.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... individuell an den unterschiedlichen Stakeholdern angepasst werden.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... vertraulich sein.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... sich strikt an eine vorgegebene Dokumentationsvorlage halten.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2399924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64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F672A-625B-417E-AFBF-417C0EA02833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24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725087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rgbClr val="595959"/>
                          </a:solidFill>
                        </a:rPr>
                        <a:t>Voraussetzungen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Architekturbegriffe, -nutzen und -aufgaben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Einflussfaktoren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Anliegen und Zusammenarbeit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Dokumentation und Kommunikation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noProof="0">
                          <a:solidFill>
                            <a:srgbClr val="003CD2"/>
                          </a:solidFill>
                        </a:rPr>
                        <a:t>Leitfaden für die Architektur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Lösungsstrategie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Lösungsentwicklung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Architekturbewertung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41660" y="1942041"/>
            <a:ext cx="2625800" cy="3140850"/>
            <a:chOff x="541660" y="1942041"/>
            <a:chExt cx="262580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41660" y="1942041"/>
              <a:ext cx="2625800" cy="3140850"/>
              <a:chOff x="541660" y="1942041"/>
              <a:chExt cx="262580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691172" y="1942041"/>
                <a:ext cx="1929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>
                    <a:latin typeface="Calibri" panose="020F0502020204030204" pitchFamily="34" charset="0"/>
                    <a:cs typeface="Calibri" panose="020F0502020204030204" pitchFamily="34" charset="0"/>
                  </a:rPr>
                  <a:t>Übungsfragen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6631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0DD6-5300-4944-97FE-6420E871AC0A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25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234538"/>
              </p:ext>
            </p:extLst>
          </p:nvPr>
        </p:nvGraphicFramePr>
        <p:xfrm>
          <a:off x="541338" y="438222"/>
          <a:ext cx="8591862" cy="37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"Big Design Up Front„ (BDUF) bedeutet, ...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zwei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dass Architekturentscheidungen getroffen werden, obwohl es am Projektanfang inhärente Unsicherheiten geben kann.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dass die Qualität der Architektur höher sein wird als bei einer solchen, die durch einen inkrementellen Ansatz erstellt wird.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dass schlechtere Entscheidungen als bei iterativem Vorgehen getroffen werden.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dass die Architektur vor Beginn der Implementierung bereits einen starken Detaillierungsgrad aufweist.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7AFAB306-7726-4C11-A054-21C810218C57}"/>
              </a:ext>
            </a:extLst>
          </p:cNvPr>
          <p:cNvGrpSpPr/>
          <p:nvPr/>
        </p:nvGrpSpPr>
        <p:grpSpPr>
          <a:xfrm>
            <a:off x="579120" y="1066800"/>
            <a:ext cx="444032" cy="2810708"/>
            <a:chOff x="579120" y="1066800"/>
            <a:chExt cx="444032" cy="281070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06680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8BF7733-923D-495A-8EEF-B99FE025AC8A}"/>
                </a:ext>
              </a:extLst>
            </p:cNvPr>
            <p:cNvSpPr/>
            <p:nvPr/>
          </p:nvSpPr>
          <p:spPr>
            <a:xfrm>
              <a:off x="582576" y="3200400"/>
              <a:ext cx="190224" cy="67710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054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AB32-3C44-47A8-BF06-3F15D79F2F24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26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682561"/>
              </p:ext>
            </p:extLst>
          </p:nvPr>
        </p:nvGraphicFramePr>
        <p:xfrm>
          <a:off x="541338" y="438222"/>
          <a:ext cx="8591862" cy="287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ist der Zusammenhang zwischen inkrementellem und iterativem Vorgehen?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121438">
                <a:tc gridSpan="5"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Wählen Sie die am besten passende Antwort aus.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241753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Beides bezeichnet im Grunde das gleiche.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Inkrementell führt automatisch zur Nutzung von Iterationen.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Iterativ führt automatisch zur Erstellung von Inkrementen.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Beides ist agil und lässt sich miteinander kombinieren.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2694555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90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88182-A063-4F15-801D-52BEE51A83D2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27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865105"/>
              </p:ext>
            </p:extLst>
          </p:nvPr>
        </p:nvGraphicFramePr>
        <p:xfrm>
          <a:off x="541338" y="438222"/>
          <a:ext cx="9059862" cy="4313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sind gängige Vorgehen zur Architekturentwicklung?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Markieren Sie die Antworten mit Ja [J] oder Nein [N]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J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004163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Side-by-Side Methode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Top-Down- und Bottom-Up-Vorgehen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Domain-Driven Design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 err="1"/>
                        <a:t>Sichtenbasierte</a:t>
                      </a:r>
                      <a:r>
                        <a:rPr lang="de-DE" sz="2000"/>
                        <a:t> Architekturentwicklung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Benutzerorientierte Architekturentwicklung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Iterativer und inkrementeller Entwurf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7964879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75B1435-1D2E-4432-ABC2-9F65B63D8358}"/>
              </a:ext>
            </a:extLst>
          </p:cNvPr>
          <p:cNvGrpSpPr/>
          <p:nvPr/>
        </p:nvGrpSpPr>
        <p:grpSpPr>
          <a:xfrm>
            <a:off x="579120" y="1571335"/>
            <a:ext cx="763295" cy="2841174"/>
            <a:chOff x="579120" y="1143000"/>
            <a:chExt cx="763295" cy="284117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554466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1143000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7BB7C0B-632A-4A27-B629-82E355A41B5F}"/>
                </a:ext>
              </a:extLst>
            </p:cNvPr>
            <p:cNvSpPr/>
            <p:nvPr/>
          </p:nvSpPr>
          <p:spPr>
            <a:xfrm>
              <a:off x="579220" y="198120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452E307-EF49-4236-8960-C24A77DBF037}"/>
                </a:ext>
              </a:extLst>
            </p:cNvPr>
            <p:cNvSpPr/>
            <p:nvPr/>
          </p:nvSpPr>
          <p:spPr>
            <a:xfrm>
              <a:off x="579320" y="240793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0739461-BD45-4E32-8578-3B312872D36E}"/>
                </a:ext>
              </a:extLst>
            </p:cNvPr>
            <p:cNvSpPr/>
            <p:nvPr/>
          </p:nvSpPr>
          <p:spPr>
            <a:xfrm>
              <a:off x="579420" y="3307066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BC7A5BA-2259-49A3-BDEA-0FC4A9C52BFF}"/>
                </a:ext>
              </a:extLst>
            </p:cNvPr>
            <p:cNvSpPr/>
            <p:nvPr/>
          </p:nvSpPr>
          <p:spPr>
            <a:xfrm>
              <a:off x="983342" y="2900663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2080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9E70-4531-4E81-94D2-94EDD3FCE6D7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28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919519"/>
              </p:ext>
            </p:extLst>
          </p:nvPr>
        </p:nvGraphicFramePr>
        <p:xfrm>
          <a:off x="541338" y="438222"/>
          <a:ext cx="8591862" cy="3889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Aussagen bzgl. Dependency-Inversion stimmen?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</a:t>
                      </a:r>
                      <a:r>
                        <a:rPr lang="de-DE" sz="1600" b="1">
                          <a:solidFill>
                            <a:srgbClr val="003CD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zwei</a:t>
                      </a:r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Bei Dependency Inversion dreht sich die Richtung von Methodenaufrufen um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err="1"/>
                        <a:t>Dependency</a:t>
                      </a:r>
                      <a:r>
                        <a:rPr lang="de-DE" sz="2000"/>
                        <a:t> </a:t>
                      </a:r>
                      <a:r>
                        <a:rPr lang="de-DE" sz="2000" err="1"/>
                        <a:t>Injection</a:t>
                      </a:r>
                      <a:r>
                        <a:rPr lang="de-DE" sz="2000"/>
                        <a:t> kann in Kombination mit Dependency Inversion verwendet werden.</a:t>
                      </a:r>
                      <a:endParaRPr lang="de-DE" sz="1800">
                        <a:highlight>
                          <a:srgbClr val="FFFF00"/>
                        </a:highlight>
                      </a:endParaRP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Bei Dependency Inversion werden Implementierung und Schnittstelle vertauscht.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Bei Dependency Inversion verschiebt sich die Zuständigkeit für die aufgerufene Schnittstelle vom Implementierer zum Aufrufer.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Dependency Inversion und Dependency Injection sind das gleiche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35C1B2D7-EDB2-4BF1-A4CE-73C5FA37E9AD}"/>
              </a:ext>
            </a:extLst>
          </p:cNvPr>
          <p:cNvGrpSpPr/>
          <p:nvPr/>
        </p:nvGrpSpPr>
        <p:grpSpPr>
          <a:xfrm>
            <a:off x="566061" y="1532692"/>
            <a:ext cx="457091" cy="2110392"/>
            <a:chOff x="566061" y="1532692"/>
            <a:chExt cx="457091" cy="211039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53269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98D21DD-D5F4-408A-950E-E1179AC2F2B8}"/>
                </a:ext>
              </a:extLst>
            </p:cNvPr>
            <p:cNvSpPr/>
            <p:nvPr/>
          </p:nvSpPr>
          <p:spPr>
            <a:xfrm>
              <a:off x="566061" y="2965976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8514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78CF1-62DB-4FD2-974A-1B6616BCBB4C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29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590622"/>
              </p:ext>
            </p:extLst>
          </p:nvPr>
        </p:nvGraphicFramePr>
        <p:xfrm>
          <a:off x="541338" y="438222"/>
          <a:ext cx="8591862" cy="2612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beschreibt den Begriff „Abstraktion“?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zwei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Wiederverwendbarkeit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Überführung auf etwas Allgemeines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Weglassen von Details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Codeduplizierung mit geringfügigen Anpassungen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1532692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4D9D6A-51AE-4323-B47C-8E04F9FF8C14}"/>
              </a:ext>
            </a:extLst>
          </p:cNvPr>
          <p:cNvSpPr/>
          <p:nvPr/>
        </p:nvSpPr>
        <p:spPr>
          <a:xfrm>
            <a:off x="579229" y="1959426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31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C937-8F28-49F5-AD70-53E58F54001F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30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390494"/>
              </p:ext>
            </p:extLst>
          </p:nvPr>
        </p:nvGraphicFramePr>
        <p:xfrm>
          <a:off x="541338" y="438222"/>
          <a:ext cx="8591862" cy="3452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beschreibt das Geheimnisprinzip einer Softwarekomponente?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Wählen Sie die </a:t>
                      </a:r>
                      <a:r>
                        <a:rPr kumimoji="0" lang="de-DE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eine </a:t>
                      </a:r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 besten passende Antwort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Verwendung der Komponente ist geheim. Sie kann nicht allgemeingültig verwendet werden.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Kommunikation mit der Komponente darf ausschließlich verschlüsselt stattfinden.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Die Funktionsweise der Komponente ist zum Schutz der Implementierung nicht dokumentiert.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Interne Bausteine einer Komponente sind von außen nicht einsehbar.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3285292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376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EB4F-F9A3-4B1C-916F-2984FBE93FD5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31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596164"/>
              </p:ext>
            </p:extLst>
          </p:nvPr>
        </p:nvGraphicFramePr>
        <p:xfrm>
          <a:off x="541338" y="438222"/>
          <a:ext cx="9059862" cy="3025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gilt für die Kopplung von Bausteinen?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Markieren Sie die Antworten mit Ja [J] oder Nein [N]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J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2596586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Möglichst enge Kopplung ähnlicher Komponenten anstreben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Bausteine mit enger Kopplung sind schwerer zu testen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Eine lose Kopplung wird durch hohe Kohäsion begünstigt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Architekturbausteine sollen von den fachlichen Domänen entkoppelt werden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B211F19F-6E67-45C7-9BE4-077F4194B5A6}"/>
              </a:ext>
            </a:extLst>
          </p:cNvPr>
          <p:cNvGrpSpPr/>
          <p:nvPr/>
        </p:nvGrpSpPr>
        <p:grpSpPr>
          <a:xfrm>
            <a:off x="544757" y="1536278"/>
            <a:ext cx="793637" cy="2005323"/>
            <a:chOff x="544757" y="1151692"/>
            <a:chExt cx="793637" cy="200532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5591" y="1548653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1151692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5CBCCF-0F14-4CEE-9D46-C63482D1499A}"/>
                </a:ext>
              </a:extLst>
            </p:cNvPr>
            <p:cNvSpPr/>
            <p:nvPr/>
          </p:nvSpPr>
          <p:spPr>
            <a:xfrm>
              <a:off x="979321" y="2479907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719DF18-19E3-48AC-8264-49179B203D51}"/>
                </a:ext>
              </a:extLst>
            </p:cNvPr>
            <p:cNvSpPr/>
            <p:nvPr/>
          </p:nvSpPr>
          <p:spPr>
            <a:xfrm>
              <a:off x="544757" y="201428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2730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E024-8F02-4B02-848C-9D7F0B6B8BED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32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250175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rgbClr val="595959"/>
                          </a:solidFill>
                        </a:rPr>
                        <a:t>Voraussetzungen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Architekturbegriffe, -nutzen und -aufgaben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Einflussfaktoren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Anliegen und Zusammenarbeit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Dokumentation und Kommunikation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Leitfaden für die Architektur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noProof="0">
                          <a:solidFill>
                            <a:srgbClr val="003CD2"/>
                          </a:solidFill>
                        </a:rPr>
                        <a:t>Lösungsstrategie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Lösungsentwicklung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Architekturbewertung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41660" y="1942041"/>
            <a:ext cx="2625800" cy="3140850"/>
            <a:chOff x="541660" y="1942041"/>
            <a:chExt cx="262580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41660" y="1942041"/>
              <a:ext cx="2625800" cy="3140850"/>
              <a:chOff x="541660" y="1942041"/>
              <a:chExt cx="262580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691172" y="1942041"/>
                <a:ext cx="1929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>
                    <a:latin typeface="Calibri" panose="020F0502020204030204" pitchFamily="34" charset="0"/>
                    <a:cs typeface="Calibri" panose="020F0502020204030204" pitchFamily="34" charset="0"/>
                  </a:rPr>
                  <a:t>Übungsfragen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115852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3D2C5-BF59-4D80-88A0-A821E46E7811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33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415244"/>
              </p:ext>
            </p:extLst>
          </p:nvPr>
        </p:nvGraphicFramePr>
        <p:xfrm>
          <a:off x="541338" y="438222"/>
          <a:ext cx="8591862" cy="341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Anwendungsbeispiele eignen sich für die Anwendung des Client-Server-Architekturmusters?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drei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Taschenrechneranwendung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Webanwendung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Betriebssystembibliotheken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Online-Spiele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E-Mail-Versand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8C4D9776-0153-46EA-B32D-A4C9DE44CA6F}"/>
              </a:ext>
            </a:extLst>
          </p:cNvPr>
          <p:cNvGrpSpPr/>
          <p:nvPr/>
        </p:nvGrpSpPr>
        <p:grpSpPr>
          <a:xfrm>
            <a:off x="579120" y="1905000"/>
            <a:ext cx="446928" cy="1972508"/>
            <a:chOff x="579120" y="1905000"/>
            <a:chExt cx="446928" cy="197250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90500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256E003-6D70-431A-BDE9-02885FB974AC}"/>
                </a:ext>
              </a:extLst>
            </p:cNvPr>
            <p:cNvSpPr/>
            <p:nvPr/>
          </p:nvSpPr>
          <p:spPr>
            <a:xfrm>
              <a:off x="580568" y="2762779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7E7906-2AD0-4463-A956-A864E2D1800E}"/>
                </a:ext>
              </a:extLst>
            </p:cNvPr>
            <p:cNvSpPr/>
            <p:nvPr/>
          </p:nvSpPr>
          <p:spPr>
            <a:xfrm>
              <a:off x="582016" y="320040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4187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7482B-0CD7-4121-A077-B175D13E46CA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34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403311"/>
              </p:ext>
            </p:extLst>
          </p:nvPr>
        </p:nvGraphicFramePr>
        <p:xfrm>
          <a:off x="541338" y="438222"/>
          <a:ext cx="8591862" cy="31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gilt für ein „Proxy“-Muster?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Wählen Sie die zwei am besten passende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Funktioniert im Wesentlichen wie das </a:t>
                      </a:r>
                      <a:r>
                        <a:rPr lang="de-DE" sz="2000" err="1"/>
                        <a:t>Proximity</a:t>
                      </a:r>
                      <a:r>
                        <a:rPr lang="de-DE" sz="2000"/>
                        <a:t>-Muster.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Forward-Proxys akzeptieren den Zugang vom Internet zu privaten Netzen und Reverse-Proxys ermöglichen den Zugang zu öffentlichen Netzen von privaten Netzen aus.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Bietet einen Ersatz oder Platzhalter für einen anderen Baustein.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Kann auf Klassen-, Komponenten- oder Systemebene verwendet werden.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1E8502FE-E2E7-D69A-48ED-083EF74D61B6}"/>
              </a:ext>
            </a:extLst>
          </p:cNvPr>
          <p:cNvGrpSpPr/>
          <p:nvPr/>
        </p:nvGrpSpPr>
        <p:grpSpPr>
          <a:xfrm>
            <a:off x="574770" y="2558116"/>
            <a:ext cx="448382" cy="1123417"/>
            <a:chOff x="574770" y="2558116"/>
            <a:chExt cx="448382" cy="112341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2558116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1DBE11-9B6C-0A0F-05DD-F981A4FAF0D9}"/>
                </a:ext>
              </a:extLst>
            </p:cNvPr>
            <p:cNvSpPr/>
            <p:nvPr/>
          </p:nvSpPr>
          <p:spPr>
            <a:xfrm>
              <a:off x="574770" y="3004425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634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7482B-0CD7-4121-A077-B175D13E46CA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35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805824"/>
              </p:ext>
            </p:extLst>
          </p:nvPr>
        </p:nvGraphicFramePr>
        <p:xfrm>
          <a:off x="541338" y="438222"/>
          <a:ext cx="8591862" cy="2612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gilt für einen „Adapter“?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Wählen Sie die eine am besten passende Antwort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Führt keine Veränderung an den übermittelten Daten durch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Implementiert die vom Aufgerufenen unterstützte Schnittstelle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Implementiert die vom Aufrufer unterstützte Schnittstelle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Ist kein Architektur-, sondern ein reines Entwurfsmuster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1989892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53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F33A-3F9E-4822-BC4F-297810E0275F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36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560005"/>
              </p:ext>
            </p:extLst>
          </p:nvPr>
        </p:nvGraphicFramePr>
        <p:xfrm>
          <a:off x="541338" y="163922"/>
          <a:ext cx="8591862" cy="3762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712060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Patterns sind miteinander verwandt?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drei besten Antworten.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Model-View-Controller &amp; Plugin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Fassade &amp; Adapter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Client/Server &amp; Pipes and Filters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Schichten &amp; </a:t>
                      </a:r>
                      <a:r>
                        <a:rPr lang="en-US" sz="2000" noProof="0"/>
                        <a:t>Remote Procedure Call (RPC)</a:t>
                      </a:r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Bridge &amp; </a:t>
                      </a:r>
                      <a:r>
                        <a:rPr lang="en-US" sz="2000" noProof="0"/>
                        <a:t>Remote Procedure Call (RPC)</a:t>
                      </a:r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Model-View-Controller &amp; Observer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890934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E23A573D-C988-4926-8415-81636E93B800}"/>
              </a:ext>
            </a:extLst>
          </p:cNvPr>
          <p:cNvGrpSpPr/>
          <p:nvPr/>
        </p:nvGrpSpPr>
        <p:grpSpPr>
          <a:xfrm>
            <a:off x="578842" y="1532692"/>
            <a:ext cx="448039" cy="2418950"/>
            <a:chOff x="578842" y="1532692"/>
            <a:chExt cx="448039" cy="24189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53269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701642C-1360-433F-90F9-08C292E43C73}"/>
                </a:ext>
              </a:extLst>
            </p:cNvPr>
            <p:cNvSpPr/>
            <p:nvPr/>
          </p:nvSpPr>
          <p:spPr>
            <a:xfrm>
              <a:off x="582849" y="2838979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1B9F3C4-C904-4D2A-BAD8-3B0C70F7FDFD}"/>
                </a:ext>
              </a:extLst>
            </p:cNvPr>
            <p:cNvSpPr/>
            <p:nvPr/>
          </p:nvSpPr>
          <p:spPr>
            <a:xfrm>
              <a:off x="578842" y="327453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1845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5E8F-862A-4C49-8439-B0595B141692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37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961473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rgbClr val="595959"/>
                          </a:solidFill>
                        </a:rPr>
                        <a:t>Voraussetzungen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Architekturbegriffe, -nutzen und -aufgaben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Einflussfaktoren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Anliegen und Zusammenarbeit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Dokumentation und Kommunikation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Leitfaden für die Architektur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Lösungsstrategie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noProof="0">
                          <a:solidFill>
                            <a:srgbClr val="003CD2"/>
                          </a:solidFill>
                        </a:rPr>
                        <a:t>Lösungsentwicklung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Architekturbewertung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41660" y="1942041"/>
            <a:ext cx="2625800" cy="3140850"/>
            <a:chOff x="541660" y="1942041"/>
            <a:chExt cx="262580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41660" y="1942041"/>
              <a:ext cx="2625800" cy="3140850"/>
              <a:chOff x="541660" y="1942041"/>
              <a:chExt cx="262580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691172" y="1942041"/>
                <a:ext cx="1929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>
                    <a:latin typeface="Calibri" panose="020F0502020204030204" pitchFamily="34" charset="0"/>
                    <a:cs typeface="Calibri" panose="020F0502020204030204" pitchFamily="34" charset="0"/>
                  </a:rPr>
                  <a:t>Übungsfragen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57588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DA581-DB44-49A2-9451-D11151ECE80D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38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977865"/>
              </p:ext>
            </p:extLst>
          </p:nvPr>
        </p:nvGraphicFramePr>
        <p:xfrm>
          <a:off x="541338" y="438222"/>
          <a:ext cx="9318046" cy="433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6056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3211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6056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9817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9016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7482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086408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von den Begriffen sollten getrennt gehalten werden?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Markieren Sie die Antworten mit Ja [J] oder Nein [N]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J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5348997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Logisches (fachliches) Datenmodell und technisches Datenbankmodell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View und Controller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Pipes und Filters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Benutzerschnittstelle und Business-Logik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Dokumentation und Kommunikation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Domänenspezifische und technische Bausteine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G.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Lese- und Schreibzugriffe (um bspw. Sicherheit, Performanz usw. zu optimieren)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7964879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B84E5018-1D0F-43F1-990E-42872343DDBC}"/>
              </a:ext>
            </a:extLst>
          </p:cNvPr>
          <p:cNvGrpSpPr/>
          <p:nvPr/>
        </p:nvGrpSpPr>
        <p:grpSpPr>
          <a:xfrm>
            <a:off x="579120" y="1490832"/>
            <a:ext cx="759274" cy="3309768"/>
            <a:chOff x="579120" y="1066800"/>
            <a:chExt cx="759274" cy="330976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06680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1989892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8384D3C-A17E-4CAD-A7CB-CC28DE4E4F5A}"/>
                </a:ext>
              </a:extLst>
            </p:cNvPr>
            <p:cNvSpPr/>
            <p:nvPr/>
          </p:nvSpPr>
          <p:spPr>
            <a:xfrm>
              <a:off x="972488" y="2868174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2C6778-0E49-426B-945F-78D76697E626}"/>
                </a:ext>
              </a:extLst>
            </p:cNvPr>
            <p:cNvSpPr/>
            <p:nvPr/>
          </p:nvSpPr>
          <p:spPr>
            <a:xfrm>
              <a:off x="582849" y="1510918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43BF567-FA49-4D21-ABEA-AA668DF3FB7A}"/>
                </a:ext>
              </a:extLst>
            </p:cNvPr>
            <p:cNvSpPr/>
            <p:nvPr/>
          </p:nvSpPr>
          <p:spPr>
            <a:xfrm>
              <a:off x="590307" y="239915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A14BE6-142F-42AE-81F6-D96F952D55C0}"/>
                </a:ext>
              </a:extLst>
            </p:cNvPr>
            <p:cNvSpPr/>
            <p:nvPr/>
          </p:nvSpPr>
          <p:spPr>
            <a:xfrm>
              <a:off x="579835" y="325534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7023062-3549-4B39-9A92-69A806667869}"/>
                </a:ext>
              </a:extLst>
            </p:cNvPr>
            <p:cNvSpPr/>
            <p:nvPr/>
          </p:nvSpPr>
          <p:spPr>
            <a:xfrm>
              <a:off x="583564" y="369946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691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C7B2-368F-4324-90F5-2D5BD82A398B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39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665699"/>
              </p:ext>
            </p:extLst>
          </p:nvPr>
        </p:nvGraphicFramePr>
        <p:xfrm>
          <a:off x="541338" y="438222"/>
          <a:ext cx="8591862" cy="297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Welcher Begriff beschreibt die Möglichkeit, Operationen oder Aufgaben parallel in beliebiger Abfolge ausführen zu können?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kumimoji="0" lang="de-DE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Wählen Sie die am besten passende Antwort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Skalierbarkeit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Idempotent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Isolation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Nebenläufigkeit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2762779"/>
            <a:ext cx="444032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de-DE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48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7984-96A7-4A4A-87E8-98EA4C9CCCA7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40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285540"/>
              </p:ext>
            </p:extLst>
          </p:nvPr>
        </p:nvGraphicFramePr>
        <p:xfrm>
          <a:off x="541338" y="438222"/>
          <a:ext cx="9059862" cy="3900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sind Querschnittskonzepte in der Architektur?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Markieren Sie die Antworten mit Ja [J] oder Nein [N]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J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57038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Persistenz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Inter-Prozess-Kommunikation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Domänenmodell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Nebenläufigkeit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Warenkorb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Modernisierung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8DEF1B1E-0C2C-455F-A387-B1FCAAE20D24}"/>
              </a:ext>
            </a:extLst>
          </p:cNvPr>
          <p:cNvGrpSpPr/>
          <p:nvPr/>
        </p:nvGrpSpPr>
        <p:grpSpPr>
          <a:xfrm>
            <a:off x="579120" y="1516862"/>
            <a:ext cx="759274" cy="2891980"/>
            <a:chOff x="579120" y="1121235"/>
            <a:chExt cx="759274" cy="289198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121235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2040689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589AF65-D21B-49A8-B94C-309AC743A2FB}"/>
                </a:ext>
              </a:extLst>
            </p:cNvPr>
            <p:cNvSpPr/>
            <p:nvPr/>
          </p:nvSpPr>
          <p:spPr>
            <a:xfrm>
              <a:off x="580568" y="1550837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0832CAB-064E-4A8D-BDCD-BF70292B5A40}"/>
                </a:ext>
              </a:extLst>
            </p:cNvPr>
            <p:cNvSpPr/>
            <p:nvPr/>
          </p:nvSpPr>
          <p:spPr>
            <a:xfrm>
              <a:off x="583464" y="2410041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F5BDFA8-6CBE-4E87-A808-3B8C4B0A8D55}"/>
                </a:ext>
              </a:extLst>
            </p:cNvPr>
            <p:cNvSpPr/>
            <p:nvPr/>
          </p:nvSpPr>
          <p:spPr>
            <a:xfrm>
              <a:off x="965589" y="2904301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5E8F7A7-5692-43C7-8CF6-8D318E8964B8}"/>
                </a:ext>
              </a:extLst>
            </p:cNvPr>
            <p:cNvSpPr/>
            <p:nvPr/>
          </p:nvSpPr>
          <p:spPr>
            <a:xfrm>
              <a:off x="958723" y="3336107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913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8657-9C86-46DD-A153-A6E383D01E31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41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302916"/>
              </p:ext>
            </p:extLst>
          </p:nvPr>
        </p:nvGraphicFramePr>
        <p:xfrm>
          <a:off x="541338" y="438222"/>
          <a:ext cx="9059862" cy="339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sollte ein Softwarearchitekt in Bezug auf Architekturentscheidungen tun?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Markieren Sie die Antworten mit Ja [J] oder Nein [N]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J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6451690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begründen können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die dazugehörigen Annahmen protokollieren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erst nach der Umsetzung dokumentieren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systematisch herangehen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5E65BFE3-63D2-47F3-8E41-91DAC696E80D}"/>
              </a:ext>
            </a:extLst>
          </p:cNvPr>
          <p:cNvGrpSpPr/>
          <p:nvPr/>
        </p:nvGrpSpPr>
        <p:grpSpPr>
          <a:xfrm>
            <a:off x="546786" y="1872387"/>
            <a:ext cx="791608" cy="1998575"/>
            <a:chOff x="546786" y="1447800"/>
            <a:chExt cx="791608" cy="199857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44780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2370892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EE5D88-8E4A-4778-84A3-126BDB5C74A2}"/>
                </a:ext>
              </a:extLst>
            </p:cNvPr>
            <p:cNvSpPr/>
            <p:nvPr/>
          </p:nvSpPr>
          <p:spPr>
            <a:xfrm>
              <a:off x="568342" y="1888289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850DA77-2F48-4579-94D0-1E132638761E}"/>
                </a:ext>
              </a:extLst>
            </p:cNvPr>
            <p:cNvSpPr/>
            <p:nvPr/>
          </p:nvSpPr>
          <p:spPr>
            <a:xfrm>
              <a:off x="546786" y="2769267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453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6CC7-D71F-4ABC-9331-4C4680BFB200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42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420482"/>
              </p:ext>
            </p:extLst>
          </p:nvPr>
        </p:nvGraphicFramePr>
        <p:xfrm>
          <a:off x="541338" y="438222"/>
          <a:ext cx="8591862" cy="3853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der folgenden Eigenschaften sind beim Entwurf von Schnittstellen zwischen Architekturbausteinen wünschenswert?</a:t>
                      </a: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</a:t>
                      </a:r>
                      <a:r>
                        <a:rPr lang="de-DE" sz="1600" b="1">
                          <a:solidFill>
                            <a:srgbClr val="003CD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vier</a:t>
                      </a:r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funktional vollständig aus Sicht des Nutzers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funktional vollständig aus Sicht des Anbieters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Ermöglichen des Aufrufs privater Dienste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schwer zu missbrauchen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einfach zu benutzen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einfach zu erweitern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52DF64C7-7CD5-44A1-9A23-113A001BDC43}"/>
              </a:ext>
            </a:extLst>
          </p:cNvPr>
          <p:cNvGrpSpPr/>
          <p:nvPr/>
        </p:nvGrpSpPr>
        <p:grpSpPr>
          <a:xfrm>
            <a:off x="579120" y="1447800"/>
            <a:ext cx="444432" cy="2872392"/>
            <a:chOff x="579120" y="1447800"/>
            <a:chExt cx="444432" cy="287239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44780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880FB9-7941-468D-B127-0B20ACA17FEA}"/>
                </a:ext>
              </a:extLst>
            </p:cNvPr>
            <p:cNvSpPr/>
            <p:nvPr/>
          </p:nvSpPr>
          <p:spPr>
            <a:xfrm>
              <a:off x="579320" y="321416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D2E3CB5-C9A9-4561-A011-83ACA1F38853}"/>
                </a:ext>
              </a:extLst>
            </p:cNvPr>
            <p:cNvSpPr/>
            <p:nvPr/>
          </p:nvSpPr>
          <p:spPr>
            <a:xfrm>
              <a:off x="579420" y="364308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68B65A-FBA5-4F88-BB9A-6EC0055F63EB}"/>
                </a:ext>
              </a:extLst>
            </p:cNvPr>
            <p:cNvSpPr/>
            <p:nvPr/>
          </p:nvSpPr>
          <p:spPr>
            <a:xfrm>
              <a:off x="579520" y="276497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839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8199E-7B8D-41E6-9487-B9A5ECC08EC2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43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988246"/>
              </p:ext>
            </p:extLst>
          </p:nvPr>
        </p:nvGraphicFramePr>
        <p:xfrm>
          <a:off x="541338" y="438222"/>
          <a:ext cx="8591862" cy="341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Welche der folgenden sind Taktiken zur Verbesserung von Performance (Verarbeitungseffizienz)?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</a:t>
                      </a:r>
                      <a:r>
                        <a:rPr lang="de-DE" sz="1600">
                          <a:solidFill>
                            <a:srgbClr val="003CD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zwei</a:t>
                      </a:r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 am besten passenden Antworten aus.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Datenverschlüsselung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Redundante Hardware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Schnellere Hardware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Caching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Durchgängige Verwendung von Design-Patterns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355951F2-DB7F-4CC9-9586-B42E664D70C1}"/>
              </a:ext>
            </a:extLst>
          </p:cNvPr>
          <p:cNvGrpSpPr/>
          <p:nvPr/>
        </p:nvGrpSpPr>
        <p:grpSpPr>
          <a:xfrm>
            <a:off x="576939" y="2330973"/>
            <a:ext cx="446213" cy="1123430"/>
            <a:chOff x="576939" y="2330973"/>
            <a:chExt cx="446213" cy="112343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2330973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2982F1-29F3-4E1A-9A39-4465ADCF5A01}"/>
                </a:ext>
              </a:extLst>
            </p:cNvPr>
            <p:cNvSpPr/>
            <p:nvPr/>
          </p:nvSpPr>
          <p:spPr>
            <a:xfrm>
              <a:off x="576939" y="2777295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565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2718-9024-487A-A89A-2B391E2F4240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44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95821"/>
              </p:ext>
            </p:extLst>
          </p:nvPr>
        </p:nvGraphicFramePr>
        <p:xfrm>
          <a:off x="541338" y="438222"/>
          <a:ext cx="8591862" cy="310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 dirty="0">
                          <a:solidFill>
                            <a:srgbClr val="003CD2"/>
                          </a:solidFill>
                        </a:rPr>
                        <a:t>Was sind Möglichkeiten, die Kopplung zwischen den Implementierungen zweier Bausteine zu reduzieren oder aufzulösen?</a:t>
                      </a:r>
                      <a:endParaRPr lang="de-DE" b="1" dirty="0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rgbClr val="003CD2"/>
                          </a:solidFill>
                        </a:rPr>
                        <a:t>Wählen Sie die </a:t>
                      </a:r>
                      <a:r>
                        <a:rPr lang="de-DE" sz="1600" b="1" dirty="0">
                          <a:solidFill>
                            <a:srgbClr val="003CD2"/>
                          </a:solidFill>
                          <a:latin typeface="Calibri"/>
                          <a:ea typeface="Calibri"/>
                          <a:cs typeface="Calibri"/>
                        </a:rPr>
                        <a:t>zwei</a:t>
                      </a:r>
                      <a:r>
                        <a:rPr lang="de-DE" sz="1600" dirty="0">
                          <a:solidFill>
                            <a:srgbClr val="003CD2"/>
                          </a:solidFill>
                        </a:rPr>
                        <a:t> am besten passenden Antworten aus.</a:t>
                      </a:r>
                      <a:endParaRPr lang="de-DE" dirty="0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 dirty="0">
                          <a:sym typeface="Wingdings" panose="05000000000000000000" pitchFamily="2" charset="2"/>
                        </a:rPr>
                        <a:t></a:t>
                      </a:r>
                      <a:endParaRPr lang="de-DE" sz="180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dirty="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Eine der Komponenten in zwei Teilkomponenten aufteilen, mit einem gekoppelten und einem entkoppelten Part.</a:t>
                      </a:r>
                      <a:endParaRPr lang="de-DE" sz="180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dirty="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dirty="0"/>
                        <a:t>Interface zwischen den Komponenten einführen.</a:t>
                      </a:r>
                      <a:endParaRPr lang="de-DE" sz="180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 dirty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dirty="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Gemeinsame Funktionalität in eine dritte Komponente auslagern und diese Funktionalität von beiden Komponenten aufrufen.</a:t>
                      </a:r>
                      <a:endParaRPr lang="de-DE" sz="180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583DFCAA-D213-4A7B-B2D8-5D48FE0D935A}"/>
              </a:ext>
            </a:extLst>
          </p:cNvPr>
          <p:cNvGrpSpPr/>
          <p:nvPr/>
        </p:nvGrpSpPr>
        <p:grpSpPr>
          <a:xfrm>
            <a:off x="569681" y="2171324"/>
            <a:ext cx="453471" cy="1111100"/>
            <a:chOff x="569681" y="2171324"/>
            <a:chExt cx="453471" cy="11111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217132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A6A6FDA-1DA7-487B-98B6-666709327493}"/>
                </a:ext>
              </a:extLst>
            </p:cNvPr>
            <p:cNvSpPr/>
            <p:nvPr/>
          </p:nvSpPr>
          <p:spPr>
            <a:xfrm>
              <a:off x="569681" y="2605316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5279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71B9-C77C-45F2-88C1-31D3816FF5C0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45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215894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rgbClr val="595959"/>
                          </a:solidFill>
                        </a:rPr>
                        <a:t>Voraussetzungen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Architekturbegriffe, -nutzen und -aufgaben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Einflussfaktoren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Anliegen und Zusammenarbeit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Dokumentation und Kommunikation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Leitfaden für die Architektur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Lösungsstrategie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Lösungsentwicklung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de-DE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/>
                      <a:r>
                        <a:rPr lang="de-DE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noProof="0">
                          <a:solidFill>
                            <a:srgbClr val="003CD2"/>
                          </a:solidFill>
                        </a:rPr>
                        <a:t>Architekturbewertung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41660" y="1942041"/>
            <a:ext cx="2625800" cy="3140850"/>
            <a:chOff x="541660" y="1942041"/>
            <a:chExt cx="262580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41660" y="1942041"/>
              <a:ext cx="2625800" cy="3140850"/>
              <a:chOff x="541660" y="1942041"/>
              <a:chExt cx="262580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DE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691172" y="1942041"/>
                <a:ext cx="1929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>
                    <a:latin typeface="Calibri" panose="020F0502020204030204" pitchFamily="34" charset="0"/>
                    <a:cs typeface="Calibri" panose="020F0502020204030204" pitchFamily="34" charset="0"/>
                  </a:rPr>
                  <a:t>Übungsfragen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de-DE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de-DE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de-DE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584834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78A23-B9A5-4829-B5D4-3E8D6C9A669D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46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084108"/>
              </p:ext>
            </p:extLst>
          </p:nvPr>
        </p:nvGraphicFramePr>
        <p:xfrm>
          <a:off x="541338" y="438222"/>
          <a:ext cx="9231313" cy="348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793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7359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52557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81872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432732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Wen oder was benötigt man, um Architekturbewertungen durchzuführen?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Wählen Sie die </a:t>
                      </a:r>
                      <a:r>
                        <a:rPr lang="de-DE" sz="1600" b="1">
                          <a:solidFill>
                            <a:srgbClr val="003CD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zwei</a:t>
                      </a:r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 am besten passenden Antworten.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Aktueller Stand der Umsetzung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Analyse zur System-Komplexität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Test-Ergebnisse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Liste von Fehlern in der Entwicklung und Betrieb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Anforderungs- und Architekturdokumentation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marL="0" marR="0" lvl="0" indent="0" algn="ctr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kumimoji="0" lang="de-DE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Fachexperte bzw. Product Owner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137329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1BF059AF-FBA4-441F-9122-FB7578F5AE40}"/>
              </a:ext>
            </a:extLst>
          </p:cNvPr>
          <p:cNvGrpSpPr/>
          <p:nvPr/>
        </p:nvGrpSpPr>
        <p:grpSpPr>
          <a:xfrm>
            <a:off x="580568" y="2836793"/>
            <a:ext cx="445480" cy="1125607"/>
            <a:chOff x="580568" y="2836793"/>
            <a:chExt cx="445480" cy="112560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053B30-45AC-499B-A774-1495FF473D29}"/>
                </a:ext>
              </a:extLst>
            </p:cNvPr>
            <p:cNvSpPr/>
            <p:nvPr/>
          </p:nvSpPr>
          <p:spPr>
            <a:xfrm>
              <a:off x="580568" y="2836793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FEEE356-DEEA-44EF-A2FB-505A052C71A2}"/>
                </a:ext>
              </a:extLst>
            </p:cNvPr>
            <p:cNvSpPr/>
            <p:nvPr/>
          </p:nvSpPr>
          <p:spPr>
            <a:xfrm>
              <a:off x="582016" y="3285292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498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708C5-7922-4BD7-AC1F-10C49FEF7734}" type="datetime1">
              <a:rPr lang="de-DE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11.04.2024</a:t>
            </a:fld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de-DE" smtClean="0">
                <a:solidFill>
                  <a:prstClr val="black"/>
                </a:solidFill>
              </a:rPr>
              <a:pPr/>
              <a:t>47</a:t>
            </a:fld>
            <a:endParaRPr lang="de-DE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586219"/>
              </p:ext>
            </p:extLst>
          </p:nvPr>
        </p:nvGraphicFramePr>
        <p:xfrm>
          <a:off x="541338" y="438222"/>
          <a:ext cx="9059862" cy="433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Was ist für die Bewertung von Architekturen hilfreich?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Markieren Sie die Antworten mit Ja [J] oder Nein [N]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000"/>
                        <a:t>J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0702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Aktueller Stand der Umsetzung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Analyseergebnisse zur System-Komplexität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Last-/Stresstest-Ergebnisse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Liste von Fehlern in der Entwicklung und Betrieb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Eigenschaften der Entwicklungsumgebung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Prototyp-Ergebnisse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G.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Liste der Stakeholder-Anliegen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474394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9636C5DC-11E1-475D-AEA0-19B54DD961E5}"/>
              </a:ext>
            </a:extLst>
          </p:cNvPr>
          <p:cNvGrpSpPr/>
          <p:nvPr/>
        </p:nvGrpSpPr>
        <p:grpSpPr>
          <a:xfrm>
            <a:off x="573592" y="1524000"/>
            <a:ext cx="766033" cy="3296696"/>
            <a:chOff x="573592" y="1524000"/>
            <a:chExt cx="766033" cy="329669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1524000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671A17A-4A88-4985-8D84-939AEF41EA73}"/>
                </a:ext>
              </a:extLst>
            </p:cNvPr>
            <p:cNvGrpSpPr/>
            <p:nvPr/>
          </p:nvGrpSpPr>
          <p:grpSpPr>
            <a:xfrm>
              <a:off x="573592" y="1960860"/>
              <a:ext cx="452456" cy="2859836"/>
              <a:chOff x="573592" y="1532692"/>
              <a:chExt cx="452456" cy="285983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3C5007A-1164-41F4-985B-B182B75C2CCF}"/>
                  </a:ext>
                </a:extLst>
              </p:cNvPr>
              <p:cNvSpPr/>
              <p:nvPr/>
            </p:nvSpPr>
            <p:spPr>
              <a:xfrm>
                <a:off x="579120" y="1532692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440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441890C-9BB8-46C6-9785-D666F100D34E}"/>
                  </a:ext>
                </a:extLst>
              </p:cNvPr>
              <p:cNvSpPr/>
              <p:nvPr/>
            </p:nvSpPr>
            <p:spPr>
              <a:xfrm>
                <a:off x="580568" y="2396295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440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E406271-21E6-491F-85DB-B3C65C082460}"/>
                  </a:ext>
                </a:extLst>
              </p:cNvPr>
              <p:cNvSpPr/>
              <p:nvPr/>
            </p:nvSpPr>
            <p:spPr>
              <a:xfrm>
                <a:off x="582016" y="3715420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440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673FAFD-49BE-4ACF-8FAB-CF3A372B214C}"/>
                  </a:ext>
                </a:extLst>
              </p:cNvPr>
              <p:cNvSpPr/>
              <p:nvPr/>
            </p:nvSpPr>
            <p:spPr>
              <a:xfrm>
                <a:off x="579456" y="1973980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440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6971777-99E6-4838-AF6A-03CB9B189BB0}"/>
                  </a:ext>
                </a:extLst>
              </p:cNvPr>
              <p:cNvSpPr/>
              <p:nvPr/>
            </p:nvSpPr>
            <p:spPr>
              <a:xfrm>
                <a:off x="573592" y="3275244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440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4007642-A97E-435C-94E6-2291966D024D}"/>
                </a:ext>
              </a:extLst>
            </p:cNvPr>
            <p:cNvSpPr/>
            <p:nvPr/>
          </p:nvSpPr>
          <p:spPr>
            <a:xfrm>
              <a:off x="980552" y="3306744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6819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865527" y="381000"/>
            <a:ext cx="8815339" cy="7019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>
                <a:latin typeface="Calibri Light" panose="020F0302020204030204" pitchFamily="34" charset="0"/>
              </a:rPr>
              <a:t>Danke für Ihre Aufmerksamkeit!</a:t>
            </a:r>
          </a:p>
        </p:txBody>
      </p:sp>
      <p:sp>
        <p:nvSpPr>
          <p:cNvPr id="8" name="Rechteck 7"/>
          <p:cNvSpPr/>
          <p:nvPr/>
        </p:nvSpPr>
        <p:spPr>
          <a:xfrm>
            <a:off x="865527" y="5809679"/>
            <a:ext cx="8815339" cy="7019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>
                <a:latin typeface="Calibri Light" panose="020F0302020204030204" pitchFamily="34" charset="0"/>
              </a:rPr>
              <a:t>Fragen?</a:t>
            </a:r>
          </a:p>
        </p:txBody>
      </p:sp>
      <p:pic>
        <p:nvPicPr>
          <p:cNvPr id="21" name="Grafik 20" descr="Question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600" y="1828800"/>
            <a:ext cx="4783597" cy="3328416"/>
          </a:xfrm>
          <a:prstGeom prst="rect">
            <a:avLst/>
          </a:prstGeom>
        </p:spPr>
      </p:pic>
      <p:pic>
        <p:nvPicPr>
          <p:cNvPr id="23" name="Grafik 21">
            <a:extLst>
              <a:ext uri="{FF2B5EF4-FFF2-40B4-BE49-F238E27FC236}">
                <a16:creationId xmlns:a16="http://schemas.microsoft.com/office/drawing/2014/main" id="{DB944D35-8BF4-4343-A76E-9B0078BD32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9509" y="1802713"/>
            <a:ext cx="2427770" cy="940487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852D8FB4-5B5E-464D-BC02-2FB866717C43}"/>
              </a:ext>
            </a:extLst>
          </p:cNvPr>
          <p:cNvGrpSpPr/>
          <p:nvPr/>
        </p:nvGrpSpPr>
        <p:grpSpPr>
          <a:xfrm>
            <a:off x="1143000" y="3087293"/>
            <a:ext cx="3581401" cy="2107329"/>
            <a:chOff x="1143000" y="3200400"/>
            <a:chExt cx="3581401" cy="210732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FF327AA-690B-4A82-BD53-8A5FCFB7030B}"/>
                </a:ext>
              </a:extLst>
            </p:cNvPr>
            <p:cNvGrpSpPr/>
            <p:nvPr/>
          </p:nvGrpSpPr>
          <p:grpSpPr>
            <a:xfrm>
              <a:off x="1143000" y="3200400"/>
              <a:ext cx="3581401" cy="2107329"/>
              <a:chOff x="1169545" y="2540508"/>
              <a:chExt cx="3581401" cy="2107329"/>
            </a:xfrm>
          </p:grpSpPr>
          <p:sp>
            <p:nvSpPr>
              <p:cNvPr id="20" name="Rectangle 14">
                <a:extLst>
                  <a:ext uri="{FF2B5EF4-FFF2-40B4-BE49-F238E27FC236}">
                    <a16:creationId xmlns:a16="http://schemas.microsoft.com/office/drawing/2014/main" id="{1A9559CD-BA77-48D0-922B-D2BB346899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360" y="2590261"/>
                <a:ext cx="3504586" cy="205757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de-DE" sz="1600">
                  <a:latin typeface="Calibri Light" panose="020F0302020204030204" pitchFamily="34" charset="0"/>
                </a:endParaRPr>
              </a:p>
            </p:txBody>
          </p:sp>
          <p:sp>
            <p:nvSpPr>
              <p:cNvPr id="22" name="Rectangle 15">
                <a:extLst>
                  <a:ext uri="{FF2B5EF4-FFF2-40B4-BE49-F238E27FC236}">
                    <a16:creationId xmlns:a16="http://schemas.microsoft.com/office/drawing/2014/main" id="{0F3976B2-66DF-42DA-8A59-D2D4D5CCB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9545" y="2540508"/>
                <a:ext cx="3504586" cy="203104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</p:spPr>
            <p:txBody>
              <a:bodyPr wrap="none" lIns="108000" tIns="0" rIns="0" bIns="0" anchor="ctr"/>
              <a:lstStyle/>
              <a:p>
                <a:r>
                  <a:rPr lang="de-DE" sz="2000" b="1">
                    <a:solidFill>
                      <a:srgbClr val="003CD2"/>
                    </a:solidFill>
                  </a:rPr>
                  <a:t>Roger E. Rhoades</a:t>
                </a:r>
              </a:p>
              <a:p>
                <a:pPr>
                  <a:spcAft>
                    <a:spcPts val="1200"/>
                  </a:spcAft>
                </a:pPr>
                <a:r>
                  <a:rPr lang="de-DE" sz="1600"/>
                  <a:t>Inhaber und Trainer</a:t>
                </a:r>
                <a:endParaRPr lang="de-DE"/>
              </a:p>
              <a:p>
                <a:r>
                  <a:rPr lang="de-DE" sz="1600"/>
                  <a:t>+49 152 53 44 33 55</a:t>
                </a:r>
              </a:p>
              <a:p>
                <a:r>
                  <a:rPr lang="de-DE" sz="1600"/>
                  <a:t>r.rhoades@albion.eu</a:t>
                </a:r>
              </a:p>
              <a:p>
                <a:r>
                  <a:rPr lang="de-DE" sz="1600"/>
                  <a:t>www.albion.eu</a:t>
                </a:r>
                <a:endParaRPr lang="de-DE" sz="1600">
                  <a:latin typeface="Calibri Light" panose="020F0302020204030204" pitchFamily="34" charset="0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F817970-A4FA-4849-917B-2C3E655862F3}"/>
                </a:ext>
              </a:extLst>
            </p:cNvPr>
            <p:cNvGrpSpPr/>
            <p:nvPr/>
          </p:nvGrpSpPr>
          <p:grpSpPr>
            <a:xfrm>
              <a:off x="2907685" y="3295420"/>
              <a:ext cx="1469190" cy="1900871"/>
              <a:chOff x="2932061" y="3295420"/>
              <a:chExt cx="1469190" cy="1900871"/>
            </a:xfrm>
          </p:grpSpPr>
          <p:sp>
            <p:nvSpPr>
              <p:cNvPr id="31" name="Parallelogram 30">
                <a:extLst>
                  <a:ext uri="{FF2B5EF4-FFF2-40B4-BE49-F238E27FC236}">
                    <a16:creationId xmlns:a16="http://schemas.microsoft.com/office/drawing/2014/main" id="{B186EA33-8F15-4959-8D1F-4BD99C8CBFFA}"/>
                  </a:ext>
                </a:extLst>
              </p:cNvPr>
              <p:cNvSpPr/>
              <p:nvPr/>
            </p:nvSpPr>
            <p:spPr>
              <a:xfrm>
                <a:off x="2932061" y="3440550"/>
                <a:ext cx="1469190" cy="1619307"/>
              </a:xfrm>
              <a:prstGeom prst="parallelogram">
                <a:avLst>
                  <a:gd name="adj" fmla="val 63736"/>
                </a:avLst>
              </a:prstGeom>
              <a:solidFill>
                <a:srgbClr val="DADADA"/>
              </a:solidFill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DE" sz="1400"/>
              </a:p>
            </p:txBody>
          </p:sp>
          <p:sp>
            <p:nvSpPr>
              <p:cNvPr id="37" name="Parallelogram 36">
                <a:extLst>
                  <a:ext uri="{FF2B5EF4-FFF2-40B4-BE49-F238E27FC236}">
                    <a16:creationId xmlns:a16="http://schemas.microsoft.com/office/drawing/2014/main" id="{599CA6A4-69AA-4785-96DF-2742AF995D43}"/>
                  </a:ext>
                </a:extLst>
              </p:cNvPr>
              <p:cNvSpPr/>
              <p:nvPr/>
            </p:nvSpPr>
            <p:spPr>
              <a:xfrm rot="1806280">
                <a:off x="3301980" y="3295420"/>
                <a:ext cx="52437" cy="1900871"/>
              </a:xfrm>
              <a:custGeom>
                <a:avLst/>
                <a:gdLst>
                  <a:gd name="connsiteX0" fmla="*/ 0 w 50502"/>
                  <a:gd name="connsiteY0" fmla="*/ 1852216 h 1852216"/>
                  <a:gd name="connsiteX1" fmla="*/ 0 w 50502"/>
                  <a:gd name="connsiteY1" fmla="*/ 0 h 1852216"/>
                  <a:gd name="connsiteX2" fmla="*/ 50502 w 50502"/>
                  <a:gd name="connsiteY2" fmla="*/ 0 h 1852216"/>
                  <a:gd name="connsiteX3" fmla="*/ 50502 w 50502"/>
                  <a:gd name="connsiteY3" fmla="*/ 1852216 h 1852216"/>
                  <a:gd name="connsiteX4" fmla="*/ 0 w 50502"/>
                  <a:gd name="connsiteY4" fmla="*/ 1852216 h 1852216"/>
                  <a:gd name="connsiteX0" fmla="*/ 1935 w 52437"/>
                  <a:gd name="connsiteY0" fmla="*/ 1852216 h 1852216"/>
                  <a:gd name="connsiteX1" fmla="*/ 0 w 52437"/>
                  <a:gd name="connsiteY1" fmla="*/ 25684 h 1852216"/>
                  <a:gd name="connsiteX2" fmla="*/ 52437 w 52437"/>
                  <a:gd name="connsiteY2" fmla="*/ 0 h 1852216"/>
                  <a:gd name="connsiteX3" fmla="*/ 52437 w 52437"/>
                  <a:gd name="connsiteY3" fmla="*/ 1852216 h 1852216"/>
                  <a:gd name="connsiteX4" fmla="*/ 1935 w 52437"/>
                  <a:gd name="connsiteY4" fmla="*/ 1852216 h 1852216"/>
                  <a:gd name="connsiteX0" fmla="*/ 2335 w 52437"/>
                  <a:gd name="connsiteY0" fmla="*/ 1882050 h 1882050"/>
                  <a:gd name="connsiteX1" fmla="*/ 0 w 52437"/>
                  <a:gd name="connsiteY1" fmla="*/ 25684 h 1882050"/>
                  <a:gd name="connsiteX2" fmla="*/ 52437 w 52437"/>
                  <a:gd name="connsiteY2" fmla="*/ 0 h 1882050"/>
                  <a:gd name="connsiteX3" fmla="*/ 52437 w 52437"/>
                  <a:gd name="connsiteY3" fmla="*/ 1852216 h 1882050"/>
                  <a:gd name="connsiteX4" fmla="*/ 2335 w 52437"/>
                  <a:gd name="connsiteY4" fmla="*/ 1882050 h 1882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437" h="1882050">
                    <a:moveTo>
                      <a:pt x="2335" y="1882050"/>
                    </a:moveTo>
                    <a:cubicBezTo>
                      <a:pt x="1557" y="1263261"/>
                      <a:pt x="778" y="644473"/>
                      <a:pt x="0" y="25684"/>
                    </a:cubicBezTo>
                    <a:lnTo>
                      <a:pt x="52437" y="0"/>
                    </a:lnTo>
                    <a:lnTo>
                      <a:pt x="52437" y="1852216"/>
                    </a:lnTo>
                    <a:lnTo>
                      <a:pt x="2335" y="1882050"/>
                    </a:lnTo>
                    <a:close/>
                  </a:path>
                </a:pathLst>
              </a:custGeom>
              <a:solidFill>
                <a:srgbClr val="DADADA"/>
              </a:solidFill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DE" sz="1400"/>
              </a:p>
            </p:txBody>
          </p:sp>
        </p:grpSp>
        <p:pic>
          <p:nvPicPr>
            <p:cNvPr id="39" name="Picture 38" descr="A person wearing a suit and tie smiling at the camera&#10;&#10;Description automatically generated">
              <a:extLst>
                <a:ext uri="{FF2B5EF4-FFF2-40B4-BE49-F238E27FC236}">
                  <a16:creationId xmlns:a16="http://schemas.microsoft.com/office/drawing/2014/main" id="{9A3C3EB6-1EBD-4FD0-A135-40F3405089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2" t="240" r="37207" b="-240"/>
            <a:stretch/>
          </p:blipFill>
          <p:spPr>
            <a:xfrm>
              <a:off x="3424814" y="3302721"/>
              <a:ext cx="1111428" cy="18263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72355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460308"/>
              </p:ext>
            </p:extLst>
          </p:nvPr>
        </p:nvGraphicFramePr>
        <p:xfrm>
          <a:off x="541338" y="438222"/>
          <a:ext cx="9059862" cy="4776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3CD2"/>
                          </a:solidFill>
                        </a:rPr>
                        <a:t>Questions</a:t>
                      </a:r>
                      <a:endParaRPr lang="de-DE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03CD2"/>
                          </a:solidFill>
                        </a:rPr>
                        <a:t>Auswahl</a:t>
                      </a:r>
                      <a:endParaRPr lang="de-DE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000"/>
                        <a:t>J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607261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de-DE" sz="2400">
                          <a:sym typeface="Wingdings" panose="05000000000000000000" pitchFamily="2" charset="2"/>
                        </a:rPr>
                        <a:t></a:t>
                      </a:r>
                      <a:endParaRPr lang="de-DE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Antwort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/>
                        <a:t>Antwort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Antwort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Antwort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Antwort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Antwort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G.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Antwort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7964879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de-DE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/>
                        <a:t>H.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Antwort</a:t>
                      </a:r>
                      <a:endParaRPr lang="de-DE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4242658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5646B03-E1DA-4222-B535-9C72E32F842D}"/>
              </a:ext>
            </a:extLst>
          </p:cNvPr>
          <p:cNvGrpSpPr/>
          <p:nvPr/>
        </p:nvGrpSpPr>
        <p:grpSpPr>
          <a:xfrm>
            <a:off x="579120" y="1503660"/>
            <a:ext cx="759274" cy="706140"/>
            <a:chOff x="579120" y="1503660"/>
            <a:chExt cx="759274" cy="70614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50366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de-DE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de-DE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1532692"/>
              <a:ext cx="359073" cy="67710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de-DE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de-DE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6776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_AUDIO_DECODED" val="1"/>
  <p:tag name="ARTICULATE_PRESENTATION_ID" val="12180"/>
  <p:tag name="ENGAGE_TAB_COUNT" val="1"/>
  <p:tag name="ARTICULATE_REFERENCE_COUNT" val="2"/>
  <p:tag name="ARTICULATE_REFERENCE_TYPE_1" val="0"/>
  <p:tag name="ARTICULATE_REFERENCE_TITLE_1" val="IASA - IT Architecture Glossary"/>
  <p:tag name="ARTICULATE_REFERENCE_1" val="http://www.iasahome.org/web/home/ITarchitecture/Glossary"/>
  <p:tag name="ARTICULATE_REFERENCE_TYPE_2" val="0"/>
  <p:tag name="ARTICULATE_REFERENCE_TITLE_2" val="IASA - IT Architect Skills Library"/>
  <p:tag name="ARTICULATE_REFERENCE_2" val="http://www.iasahome.org/web/home/skillset"/>
  <p:tag name="ART_ENCODE_TYPE" val="2"/>
  <p:tag name="ART_ENCODE_INDEX" val="1"/>
  <p:tag name="PLAYERLOGOHEIGHT" val="70"/>
  <p:tag name="PLAYERLOGOWIDTH" val="244"/>
  <p:tag name="PUBLISH_TITLE" val="RAS_Module1_Intro"/>
  <p:tag name="ARTICULATE_PUBLISH_PATH" val="C:\Users\ellenb\Documents\Articulate Presenter"/>
  <p:tag name="ARTICULATE_LOGO" val="logopanel.swf"/>
  <p:tag name="ARTICULATE_PRESENTER" val="(Use slide-level presenters)"/>
  <p:tag name="ARTICULATE_PRESENTER_GUID" val="-1"/>
  <p:tag name="ARTICULATE_LMS" val="0"/>
  <p:tag name="LAUNCHINNEWWINDOW" val="0"/>
  <p:tag name="LASTPUBLISHED" val="C:\Users\ellenb\Documents\Articulate Presenter\RAS_Module1_Intro\player.html"/>
  <p:tag name="ENGAGE_INTERACTION_TITLE_1" val="About The Course"/>
  <p:tag name="ENGAGE_INTERACTION_FILENAME_1" val="C:\Documents and Settings\Colin\My Documents\My Articulate Projects\IASA\Prototype\About This Course.intr"/>
  <p:tag name="ENGAGE_INTERACTION_PAUSE_1" val="1"/>
  <p:tag name="ENGAGE_INTERACTION_ID_1" val="56142"/>
  <p:tag name="ENGAGE_INTERACTION_TABNAME_1" val="ABOUT THE COURSE"/>
  <p:tag name="ENGAGE_LAST_MODIFY_DATE_1" val="39436.7253587963"/>
  <p:tag name="LMS_PUBLISH" val="No"/>
  <p:tag name="ARTICULATE_TEMPLATE" val="Corporate Communications"/>
  <p:tag name="ENGAGE_INTERACTION_GUID_1" val="c136f20a-976f-4194-a0fe-05e6fa88e8bc"/>
  <p:tag name="PRESENTER_PREVIEW_MODE" val="0"/>
  <p:tag name="ARTICULATE_PROJECT_CHECK" val="0"/>
  <p:tag name="PRESENTATION_PLAYLIST_COUNT" val="0"/>
  <p:tag name="PRESENTATION_PRESENTER_SLIDE_LEVEL" val="0"/>
  <p:tag name="ARTICULATE_PRESENTER_VERSION" val="6"/>
  <p:tag name="ARTICULATE_PROJECT_OPEN" val="0"/>
</p:tagLst>
</file>

<file path=ppt/theme/theme1.xml><?xml version="1.0" encoding="utf-8"?>
<a:theme xmlns:a="http://schemas.openxmlformats.org/drawingml/2006/main" name="Office Theme">
  <a:themeElements>
    <a:clrScheme name="Albion">
      <a:dk1>
        <a:sysClr val="windowText" lastClr="000000"/>
      </a:dk1>
      <a:lt1>
        <a:sysClr val="window" lastClr="FFFFFF"/>
      </a:lt1>
      <a:dk2>
        <a:srgbClr val="0055D2"/>
      </a:dk2>
      <a:lt2>
        <a:srgbClr val="9FE8FF"/>
      </a:lt2>
      <a:accent1>
        <a:srgbClr val="0016DC"/>
      </a:accent1>
      <a:accent2>
        <a:srgbClr val="00CCFF"/>
      </a:accent2>
      <a:accent3>
        <a:srgbClr val="FFFFF5"/>
      </a:accent3>
      <a:accent4>
        <a:srgbClr val="94F5FA"/>
      </a:accent4>
      <a:accent5>
        <a:srgbClr val="FFCCCC"/>
      </a:accent5>
      <a:accent6>
        <a:srgbClr val="CCFFCC"/>
      </a:accent6>
      <a:hlink>
        <a:srgbClr val="003CD2"/>
      </a:hlink>
      <a:folHlink>
        <a:srgbClr val="87A9F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Calibri Light"/>
        <a:font script="Hebr" typeface="Calibri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 Light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Albion">
      <a:dk1>
        <a:sysClr val="windowText" lastClr="000000"/>
      </a:dk1>
      <a:lt1>
        <a:sysClr val="window" lastClr="FFFFFF"/>
      </a:lt1>
      <a:dk2>
        <a:srgbClr val="0055D2"/>
      </a:dk2>
      <a:lt2>
        <a:srgbClr val="9FE8FF"/>
      </a:lt2>
      <a:accent1>
        <a:srgbClr val="0016DC"/>
      </a:accent1>
      <a:accent2>
        <a:srgbClr val="00CCFF"/>
      </a:accent2>
      <a:accent3>
        <a:srgbClr val="FFFFCC"/>
      </a:accent3>
      <a:accent4>
        <a:srgbClr val="94F5FA"/>
      </a:accent4>
      <a:accent5>
        <a:srgbClr val="FFCCCC"/>
      </a:accent5>
      <a:accent6>
        <a:srgbClr val="CCFFCC"/>
      </a:accent6>
      <a:hlink>
        <a:srgbClr val="003CD2"/>
      </a:hlink>
      <a:folHlink>
        <a:srgbClr val="87A9F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Calibri Light"/>
        <a:font script="Hebr" typeface="Calibri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 Light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Calibri Light"/>
        <a:font script="Hebr" typeface="Calibri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 Light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Calibri Light"/>
        <a:font script="Hebr" typeface="Calibri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 Light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3341</Words>
  <Application>Microsoft Office PowerPoint</Application>
  <PresentationFormat>A4-Papier (210 x 297 mm)</PresentationFormat>
  <Paragraphs>1305</Paragraphs>
  <Slides>49</Slides>
  <Notes>11</Notes>
  <HiddenSlides>17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49</vt:i4>
      </vt:variant>
    </vt:vector>
  </HeadingPairs>
  <TitlesOfParts>
    <vt:vector size="57" baseType="lpstr">
      <vt:lpstr>Arial</vt:lpstr>
      <vt:lpstr>Calibri</vt:lpstr>
      <vt:lpstr>Calibri Light</vt:lpstr>
      <vt:lpstr>Wingdings</vt:lpstr>
      <vt:lpstr>Wingdings 2</vt:lpstr>
      <vt:lpstr>Office Theme</vt:lpstr>
      <vt:lpstr>1_Office Theme</vt:lpstr>
      <vt:lpstr>Custom Design</vt:lpstr>
      <vt:lpstr>iSAQB CPSA-Foundation</vt:lpstr>
      <vt:lpstr>Agenda</vt:lpstr>
      <vt:lpstr>Agenda</vt:lpstr>
      <vt:lpstr>PowerPoint-Präsentation</vt:lpstr>
      <vt:lpstr>PowerPoint-Präsentation</vt:lpstr>
      <vt:lpstr>PowerPoint-Präsentation</vt:lpstr>
      <vt:lpstr>Agenda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Agenda</vt:lpstr>
      <vt:lpstr>PowerPoint-Präsentation</vt:lpstr>
      <vt:lpstr>PowerPoint-Präsentation</vt:lpstr>
      <vt:lpstr>Agenda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Agenda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Agenda</vt:lpstr>
      <vt:lpstr>PowerPoint-Präsentation</vt:lpstr>
      <vt:lpstr>PowerPoint-Präsentation</vt:lpstr>
      <vt:lpstr>PowerPoint-Präsentation</vt:lpstr>
      <vt:lpstr>PowerPoint-Präsentation</vt:lpstr>
      <vt:lpstr>Agenda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Agenda</vt:lpstr>
      <vt:lpstr>PowerPoint-Präsentation</vt:lpstr>
      <vt:lpstr>PowerPoint-Präsentation</vt:lpstr>
      <vt:lpstr>PowerPoint-Präsentation</vt:lpstr>
      <vt:lpstr>PowerPoint-Präsentation</vt:lpstr>
    </vt:vector>
  </TitlesOfParts>
  <Company>Albion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Albion</dc:title>
  <dc:subject/>
  <dc:creator>Roger E. Rhoades</dc:creator>
  <cp:keywords/>
  <cp:lastModifiedBy>Daniel Kraemer</cp:lastModifiedBy>
  <cp:revision>6</cp:revision>
  <cp:lastPrinted>2018-01-13T17:21:59Z</cp:lastPrinted>
  <dcterms:created xsi:type="dcterms:W3CDTF">2010-01-13T02:34:13Z</dcterms:created>
  <dcterms:modified xsi:type="dcterms:W3CDTF">2024-04-11T11:25:04Z</dcterms:modified>
  <cp:contentStatus>Final</cp:contentStatus>
</cp:coreProperties>
</file>