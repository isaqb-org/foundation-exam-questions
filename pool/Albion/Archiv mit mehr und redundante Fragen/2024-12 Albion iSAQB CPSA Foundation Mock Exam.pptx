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7410" r:id="rId1"/>
    <p:sldMasterId id="2147487430" r:id="rId2"/>
    <p:sldMasterId id="2147487435" r:id="rId3"/>
  </p:sldMasterIdLst>
  <p:notesMasterIdLst>
    <p:notesMasterId r:id="rId55"/>
  </p:notesMasterIdLst>
  <p:handoutMasterIdLst>
    <p:handoutMasterId r:id="rId56"/>
  </p:handoutMasterIdLst>
  <p:sldIdLst>
    <p:sldId id="1214" r:id="rId4"/>
    <p:sldId id="1778" r:id="rId5"/>
    <p:sldId id="1815" r:id="rId6"/>
    <p:sldId id="1840" r:id="rId7"/>
    <p:sldId id="1843" r:id="rId8"/>
    <p:sldId id="1816" r:id="rId9"/>
    <p:sldId id="1817" r:id="rId10"/>
    <p:sldId id="1825" r:id="rId11"/>
    <p:sldId id="1826" r:id="rId12"/>
    <p:sldId id="1806" r:id="rId13"/>
    <p:sldId id="1807" r:id="rId14"/>
    <p:sldId id="1808" r:id="rId15"/>
    <p:sldId id="1845" r:id="rId16"/>
    <p:sldId id="1819" r:id="rId17"/>
    <p:sldId id="1842" r:id="rId18"/>
    <p:sldId id="1858" r:id="rId19"/>
    <p:sldId id="1844" r:id="rId20"/>
    <p:sldId id="1818" r:id="rId21"/>
    <p:sldId id="1827" r:id="rId22"/>
    <p:sldId id="1828" r:id="rId23"/>
    <p:sldId id="1812" r:id="rId24"/>
    <p:sldId id="1859" r:id="rId25"/>
    <p:sldId id="1846" r:id="rId26"/>
    <p:sldId id="1851" r:id="rId27"/>
    <p:sldId id="1820" r:id="rId28"/>
    <p:sldId id="1829" r:id="rId29"/>
    <p:sldId id="1831" r:id="rId30"/>
    <p:sldId id="1860" r:id="rId31"/>
    <p:sldId id="1832" r:id="rId32"/>
    <p:sldId id="1833" r:id="rId33"/>
    <p:sldId id="1847" r:id="rId34"/>
    <p:sldId id="1821" r:id="rId35"/>
    <p:sldId id="1852" r:id="rId36"/>
    <p:sldId id="1835" r:id="rId37"/>
    <p:sldId id="1853" r:id="rId38"/>
    <p:sldId id="1830" r:id="rId39"/>
    <p:sldId id="1854" r:id="rId40"/>
    <p:sldId id="1861" r:id="rId41"/>
    <p:sldId id="1848" r:id="rId42"/>
    <p:sldId id="1849" r:id="rId43"/>
    <p:sldId id="1823" r:id="rId44"/>
    <p:sldId id="1836" r:id="rId45"/>
    <p:sldId id="1838" r:id="rId46"/>
    <p:sldId id="1855" r:id="rId47"/>
    <p:sldId id="1856" r:id="rId48"/>
    <p:sldId id="1837" r:id="rId49"/>
    <p:sldId id="1850" r:id="rId50"/>
    <p:sldId id="1857" r:id="rId51"/>
    <p:sldId id="1824" r:id="rId52"/>
    <p:sldId id="982" r:id="rId53"/>
    <p:sldId id="1804" r:id="rId54"/>
  </p:sldIdLst>
  <p:sldSz cx="9906000" cy="6858000" type="A4"/>
  <p:notesSz cx="6858000" cy="9945688"/>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4" userDrawn="1">
          <p15:clr>
            <a:srgbClr val="A4A3A4"/>
          </p15:clr>
        </p15:guide>
        <p15:guide id="2" pos="3120" userDrawn="1">
          <p15:clr>
            <a:srgbClr val="A4A3A4"/>
          </p15:clr>
        </p15:guide>
        <p15:guide id="3" pos="289" userDrawn="1">
          <p15:clr>
            <a:srgbClr val="A4A3A4"/>
          </p15:clr>
        </p15:guide>
        <p15:guide id="4" pos="181" userDrawn="1">
          <p15:clr>
            <a:srgbClr val="A4A3A4"/>
          </p15:clr>
        </p15:guide>
      </p15:sldGuideLst>
    </p:ext>
    <p:ext uri="{2D200454-40CA-4A62-9FC3-DE9A4176ACB9}">
      <p15:notesGuideLst xmlns:p15="http://schemas.microsoft.com/office/powerpoint/2012/main">
        <p15:guide id="1" orient="horz" pos="3133">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 Ruth" initials="aer" lastIdx="3" clrIdx="0"/>
  <p:cmAuthor id="1" name="arlo" initials="a" lastIdx="3" clrIdx="1"/>
  <p:cmAuthor id="2" name="Andy" initials="A" lastIdx="6" clrIdx="2"/>
  <p:cmAuthor id="3" name="Gloria" initials="G"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CD2"/>
    <a:srgbClr val="595959"/>
    <a:srgbClr val="F2F2F2"/>
    <a:srgbClr val="E7FAFF"/>
    <a:srgbClr val="E1F9FF"/>
    <a:srgbClr val="DADADA"/>
    <a:srgbClr val="F8F8F8"/>
    <a:srgbClr val="E7FBFF"/>
    <a:srgbClr val="C5F4FF"/>
    <a:srgbClr val="B7F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7333" autoAdjust="0"/>
  </p:normalViewPr>
  <p:slideViewPr>
    <p:cSldViewPr snapToGrid="0">
      <p:cViewPr varScale="1">
        <p:scale>
          <a:sx n="216" d="100"/>
          <a:sy n="216" d="100"/>
        </p:scale>
        <p:origin x="955" y="130"/>
      </p:cViewPr>
      <p:guideLst>
        <p:guide orient="horz" pos="274"/>
        <p:guide pos="3120"/>
        <p:guide pos="289"/>
        <p:guide pos="18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gs" Target="tags/tag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 Rhoades" userId="09b4b200-c8ea-493f-916f-24d862966299" providerId="ADAL" clId="{E14B5C48-6039-4AA7-9D06-7FCEC1ACDF52}"/>
    <pc:docChg chg="undo custSel modSld">
      <pc:chgData name="Roger Rhoades" userId="09b4b200-c8ea-493f-916f-24d862966299" providerId="ADAL" clId="{E14B5C48-6039-4AA7-9D06-7FCEC1ACDF52}" dt="2023-02-10T13:01:40.829" v="36" actId="20577"/>
      <pc:docMkLst>
        <pc:docMk/>
      </pc:docMkLst>
      <pc:sldChg chg="modSp mod">
        <pc:chgData name="Roger Rhoades" userId="09b4b200-c8ea-493f-916f-24d862966299" providerId="ADAL" clId="{E14B5C48-6039-4AA7-9D06-7FCEC1ACDF52}" dt="2023-02-10T12:38:56.770" v="34" actId="20577"/>
        <pc:sldMkLst>
          <pc:docMk/>
          <pc:sldMk cId="1779726613" sldId="1826"/>
        </pc:sldMkLst>
      </pc:sldChg>
      <pc:sldChg chg="modSp mod">
        <pc:chgData name="Roger Rhoades" userId="09b4b200-c8ea-493f-916f-24d862966299" providerId="ADAL" clId="{E14B5C48-6039-4AA7-9D06-7FCEC1ACDF52}" dt="2023-02-10T13:01:40.829" v="36" actId="20577"/>
        <pc:sldMkLst>
          <pc:docMk/>
          <pc:sldMk cId="1225653513" sldId="1839"/>
        </pc:sldMkLst>
      </pc:sldChg>
    </pc:docChg>
  </pc:docChgLst>
  <pc:docChgLst>
    <pc:chgData name="Roger Rhoades" userId="09b4b200-c8ea-493f-916f-24d862966299" providerId="ADAL" clId="{D7F22BCE-A592-461A-8042-D8FBE9E034E8}"/>
    <pc:docChg chg="modSld">
      <pc:chgData name="Roger Rhoades" userId="09b4b200-c8ea-493f-916f-24d862966299" providerId="ADAL" clId="{D7F22BCE-A592-461A-8042-D8FBE9E034E8}" dt="2022-10-28T12:58:12.313" v="12" actId="20577"/>
      <pc:docMkLst>
        <pc:docMk/>
      </pc:docMkLst>
      <pc:sldChg chg="modSp mod">
        <pc:chgData name="Roger Rhoades" userId="09b4b200-c8ea-493f-916f-24d862966299" providerId="ADAL" clId="{D7F22BCE-A592-461A-8042-D8FBE9E034E8}" dt="2022-10-28T12:58:12.313" v="12" actId="20577"/>
        <pc:sldMkLst>
          <pc:docMk/>
          <pc:sldMk cId="1586059459" sldId="1823"/>
        </pc:sldMkLst>
      </pc:sldChg>
    </pc:docChg>
  </pc:docChgLst>
  <pc:docChgLst>
    <pc:chgData name="Roger Rhoades" userId="09b4b200-c8ea-493f-916f-24d862966299" providerId="ADAL" clId="{65ED4487-D3FB-45AA-B7DE-709283BAA6AF}"/>
    <pc:docChg chg="modSld">
      <pc:chgData name="Roger Rhoades" userId="09b4b200-c8ea-493f-916f-24d862966299" providerId="ADAL" clId="{65ED4487-D3FB-45AA-B7DE-709283BAA6AF}" dt="2023-12-07T14:24:26.049" v="32"/>
      <pc:docMkLst>
        <pc:docMk/>
      </pc:docMkLst>
      <pc:sldChg chg="modSp mod">
        <pc:chgData name="Roger Rhoades" userId="09b4b200-c8ea-493f-916f-24d862966299" providerId="ADAL" clId="{65ED4487-D3FB-45AA-B7DE-709283BAA6AF}" dt="2023-12-07T13:55:30.267" v="16" actId="20577"/>
        <pc:sldMkLst>
          <pc:docMk/>
          <pc:sldMk cId="3751201182" sldId="1817"/>
        </pc:sldMkLst>
      </pc:sldChg>
      <pc:sldChg chg="mod modShow">
        <pc:chgData name="Roger Rhoades" userId="09b4b200-c8ea-493f-916f-24d862966299" providerId="ADAL" clId="{65ED4487-D3FB-45AA-B7DE-709283BAA6AF}" dt="2023-12-07T14:22:29.926" v="22" actId="729"/>
        <pc:sldMkLst>
          <pc:docMk/>
          <pc:sldMk cId="2708566565" sldId="1822"/>
        </pc:sldMkLst>
      </pc:sldChg>
      <pc:sldChg chg="modSp mod">
        <pc:chgData name="Roger Rhoades" userId="09b4b200-c8ea-493f-916f-24d862966299" providerId="ADAL" clId="{65ED4487-D3FB-45AA-B7DE-709283BAA6AF}" dt="2023-12-07T14:24:26.049" v="32"/>
        <pc:sldMkLst>
          <pc:docMk/>
          <pc:sldMk cId="375985431" sldId="1823"/>
        </pc:sldMkLst>
      </pc:sldChg>
      <pc:sldChg chg="modSp mod">
        <pc:chgData name="Roger Rhoades" userId="09b4b200-c8ea-493f-916f-24d862966299" providerId="ADAL" clId="{65ED4487-D3FB-45AA-B7DE-709283BAA6AF}" dt="2023-12-07T13:57:45.206" v="21" actId="20577"/>
        <pc:sldMkLst>
          <pc:docMk/>
          <pc:sldMk cId="329339797" sldId="1825"/>
        </pc:sldMkLst>
      </pc:sldChg>
    </pc:docChg>
  </pc:docChgLst>
  <pc:docChgLst>
    <pc:chgData name="Roger Rhoades" userId="09b4b200-c8ea-493f-916f-24d862966299" providerId="ADAL" clId="{93C6B251-FFA1-485D-B3F7-61DC7B4AB6DB}"/>
    <pc:docChg chg="custSel modSld">
      <pc:chgData name="Roger Rhoades" userId="09b4b200-c8ea-493f-916f-24d862966299" providerId="ADAL" clId="{93C6B251-FFA1-485D-B3F7-61DC7B4AB6DB}" dt="2022-06-03T12:40:12.073" v="130" actId="14100"/>
      <pc:docMkLst>
        <pc:docMk/>
      </pc:docMkLst>
      <pc:sldChg chg="modSp mod">
        <pc:chgData name="Roger Rhoades" userId="09b4b200-c8ea-493f-916f-24d862966299" providerId="ADAL" clId="{93C6B251-FFA1-485D-B3F7-61DC7B4AB6DB}" dt="2022-06-03T11:43:00.494" v="1" actId="20577"/>
        <pc:sldMkLst>
          <pc:docMk/>
          <pc:sldMk cId="2201965347" sldId="1815"/>
        </pc:sldMkLst>
      </pc:sldChg>
      <pc:sldChg chg="modSp mod">
        <pc:chgData name="Roger Rhoades" userId="09b4b200-c8ea-493f-916f-24d862966299" providerId="ADAL" clId="{93C6B251-FFA1-485D-B3F7-61DC7B4AB6DB}" dt="2022-06-03T12:40:12.073" v="130" actId="14100"/>
        <pc:sldMkLst>
          <pc:docMk/>
          <pc:sldMk cId="2546659008" sldId="1829"/>
        </pc:sldMkLst>
      </pc:sldChg>
      <pc:sldChg chg="mod modShow">
        <pc:chgData name="Roger Rhoades" userId="09b4b200-c8ea-493f-916f-24d862966299" providerId="ADAL" clId="{93C6B251-FFA1-485D-B3F7-61DC7B4AB6DB}" dt="2022-06-03T11:22:28.136" v="0" actId="729"/>
        <pc:sldMkLst>
          <pc:docMk/>
          <pc:sldMk cId="2677866766" sldId="1830"/>
        </pc:sldMkLst>
      </pc:sldChg>
      <pc:sldChg chg="modSp mod">
        <pc:chgData name="Roger Rhoades" userId="09b4b200-c8ea-493f-916f-24d862966299" providerId="ADAL" clId="{93C6B251-FFA1-485D-B3F7-61DC7B4AB6DB}" dt="2022-06-03T11:51:44.264" v="11" actId="20577"/>
        <pc:sldMkLst>
          <pc:docMk/>
          <pc:sldMk cId="318074288" sldId="1840"/>
        </pc:sldMkLst>
      </pc:sldChg>
    </pc:docChg>
  </pc:docChgLst>
  <pc:docChgLst>
    <pc:chgData name="Daniel Krämer" userId="37208c1a-7bc9-42ef-ba4b-36537893322e" providerId="ADAL" clId="{FFB57A86-9701-440E-B399-1AFD41687FEA}"/>
    <pc:docChg chg="addSld delSld modSld">
      <pc:chgData name="Daniel Krämer" userId="37208c1a-7bc9-42ef-ba4b-36537893322e" providerId="ADAL" clId="{FFB57A86-9701-440E-B399-1AFD41687FEA}" dt="2024-04-11T15:10:46.212" v="2"/>
      <pc:docMkLst>
        <pc:docMk/>
      </pc:docMkLst>
      <pc:sldChg chg="del">
        <pc:chgData name="Daniel Krämer" userId="37208c1a-7bc9-42ef-ba4b-36537893322e" providerId="ADAL" clId="{FFB57A86-9701-440E-B399-1AFD41687FEA}" dt="2024-04-11T15:10:31.205" v="1" actId="2696"/>
        <pc:sldMkLst>
          <pc:docMk/>
          <pc:sldMk cId="2334984240" sldId="1815"/>
        </pc:sldMkLst>
      </pc:sldChg>
      <pc:sldChg chg="add">
        <pc:chgData name="Daniel Krämer" userId="37208c1a-7bc9-42ef-ba4b-36537893322e" providerId="ADAL" clId="{FFB57A86-9701-440E-B399-1AFD41687FEA}" dt="2024-04-11T15:10:46.212" v="2"/>
        <pc:sldMkLst>
          <pc:docMk/>
          <pc:sldMk cId="3410119660" sldId="1815"/>
        </pc:sldMkLst>
      </pc:sldChg>
      <pc:sldChg chg="mod modShow">
        <pc:chgData name="Daniel Krämer" userId="37208c1a-7bc9-42ef-ba4b-36537893322e" providerId="ADAL" clId="{FFB57A86-9701-440E-B399-1AFD41687FEA}" dt="2024-04-11T07:31:19.764" v="0" actId="729"/>
        <pc:sldMkLst>
          <pc:docMk/>
          <pc:sldMk cId="2708566565" sldId="1822"/>
        </pc:sldMkLst>
      </pc:sldChg>
    </pc:docChg>
  </pc:docChgLst>
  <pc:docChgLst>
    <pc:chgData name="Roger Rhoades" userId="09b4b200-c8ea-493f-916f-24d862966299" providerId="ADAL" clId="{DC108EFD-D74A-4A31-AE91-CFC903E04A95}"/>
    <pc:docChg chg="modSld">
      <pc:chgData name="Roger Rhoades" userId="09b4b200-c8ea-493f-916f-24d862966299" providerId="ADAL" clId="{DC108EFD-D74A-4A31-AE91-CFC903E04A95}" dt="2023-06-02T07:50:02.490" v="34" actId="20577"/>
      <pc:docMkLst>
        <pc:docMk/>
      </pc:docMkLst>
      <pc:sldChg chg="modSp mod">
        <pc:chgData name="Roger Rhoades" userId="09b4b200-c8ea-493f-916f-24d862966299" providerId="ADAL" clId="{DC108EFD-D74A-4A31-AE91-CFC903E04A95}" dt="2023-06-02T07:50:02.490" v="34" actId="20577"/>
        <pc:sldMkLst>
          <pc:docMk/>
          <pc:sldMk cId="1586059459" sldId="1823"/>
        </pc:sldMkLst>
      </pc:sldChg>
      <pc:sldChg chg="modSp mod">
        <pc:chgData name="Roger Rhoades" userId="09b4b200-c8ea-493f-916f-24d862966299" providerId="ADAL" clId="{DC108EFD-D74A-4A31-AE91-CFC903E04A95}" dt="2023-05-31T12:25:42.256" v="29" actId="20577"/>
        <pc:sldMkLst>
          <pc:docMk/>
          <pc:sldMk cId="2036282561" sldId="1832"/>
        </pc:sldMkLst>
      </pc:sldChg>
    </pc:docChg>
  </pc:docChgLst>
  <pc:docChgLst>
    <pc:chgData name="Roger Rhoades" userId="09b4b200-c8ea-493f-916f-24d862966299" providerId="ADAL" clId="{7D0DA59A-D9D0-48BD-9CE0-424EAE4E98CA}"/>
    <pc:docChg chg="undo custSel modSld">
      <pc:chgData name="Roger Rhoades" userId="09b4b200-c8ea-493f-916f-24d862966299" providerId="ADAL" clId="{7D0DA59A-D9D0-48BD-9CE0-424EAE4E98CA}" dt="2022-05-13T12:02:05.968" v="66" actId="20577"/>
      <pc:docMkLst>
        <pc:docMk/>
      </pc:docMkLst>
      <pc:sldChg chg="modSp mod">
        <pc:chgData name="Roger Rhoades" userId="09b4b200-c8ea-493f-916f-24d862966299" providerId="ADAL" clId="{7D0DA59A-D9D0-48BD-9CE0-424EAE4E98CA}" dt="2022-05-13T11:48:36.462" v="49" actId="20577"/>
        <pc:sldMkLst>
          <pc:docMk/>
          <pc:sldMk cId="2771165484" sldId="1818"/>
        </pc:sldMkLst>
      </pc:sldChg>
      <pc:sldChg chg="modSp mod">
        <pc:chgData name="Roger Rhoades" userId="09b4b200-c8ea-493f-916f-24d862966299" providerId="ADAL" clId="{7D0DA59A-D9D0-48BD-9CE0-424EAE4E98CA}" dt="2022-05-13T11:44:42.337" v="35" actId="1035"/>
        <pc:sldMkLst>
          <pc:docMk/>
          <pc:sldMk cId="3594936786" sldId="1825"/>
        </pc:sldMkLst>
      </pc:sldChg>
      <pc:sldChg chg="modSp mod">
        <pc:chgData name="Roger Rhoades" userId="09b4b200-c8ea-493f-916f-24d862966299" providerId="ADAL" clId="{7D0DA59A-D9D0-48BD-9CE0-424EAE4E98CA}" dt="2022-05-13T11:52:45.926" v="60" actId="20577"/>
        <pc:sldMkLst>
          <pc:docMk/>
          <pc:sldMk cId="1423704973" sldId="1827"/>
        </pc:sldMkLst>
      </pc:sldChg>
      <pc:sldChg chg="modSp mod">
        <pc:chgData name="Roger Rhoades" userId="09b4b200-c8ea-493f-916f-24d862966299" providerId="ADAL" clId="{7D0DA59A-D9D0-48BD-9CE0-424EAE4E98CA}" dt="2022-05-13T12:02:05.968" v="66" actId="20577"/>
        <pc:sldMkLst>
          <pc:docMk/>
          <pc:sldMk cId="2546659008" sldId="1829"/>
        </pc:sldMkLst>
      </pc:sldChg>
    </pc:docChg>
  </pc:docChgLst>
  <pc:docChgLst>
    <pc:chgData name="Daniel Krämer" userId="37208c1a-7bc9-42ef-ba4b-36537893322e" providerId="ADAL" clId="{0E040B37-0770-4C8D-A17A-0EC712EC83C8}"/>
    <pc:docChg chg="modSld">
      <pc:chgData name="Daniel Krämer" userId="37208c1a-7bc9-42ef-ba4b-36537893322e" providerId="ADAL" clId="{0E040B37-0770-4C8D-A17A-0EC712EC83C8}" dt="2023-03-24T21:50:49.103" v="3" actId="20577"/>
      <pc:docMkLst>
        <pc:docMk/>
      </pc:docMkLst>
      <pc:sldChg chg="modSp mod">
        <pc:chgData name="Daniel Krämer" userId="37208c1a-7bc9-42ef-ba4b-36537893322e" providerId="ADAL" clId="{0E040B37-0770-4C8D-A17A-0EC712EC83C8}" dt="2023-03-24T13:30:18.964" v="1" actId="20577"/>
        <pc:sldMkLst>
          <pc:docMk/>
          <pc:sldMk cId="2201965347" sldId="1815"/>
        </pc:sldMkLst>
      </pc:sldChg>
      <pc:sldChg chg="modSp mod">
        <pc:chgData name="Daniel Krämer" userId="37208c1a-7bc9-42ef-ba4b-36537893322e" providerId="ADAL" clId="{0E040B37-0770-4C8D-A17A-0EC712EC83C8}" dt="2023-03-24T21:50:49.103" v="3" actId="20577"/>
        <pc:sldMkLst>
          <pc:docMk/>
          <pc:sldMk cId="1225653513" sldId="1839"/>
        </pc:sldMkLst>
      </pc:sldChg>
    </pc:docChg>
  </pc:docChgLst>
  <pc:docChgLst>
    <pc:chgData name="Roger Rhoades" userId="09b4b200-c8ea-493f-916f-24d862966299" providerId="ADAL" clId="{B3972135-0220-4F8B-B98D-527BBC57DD01}"/>
    <pc:docChg chg="undo custSel modSld">
      <pc:chgData name="Roger Rhoades" userId="09b4b200-c8ea-493f-916f-24d862966299" providerId="ADAL" clId="{B3972135-0220-4F8B-B98D-527BBC57DD01}" dt="2025-04-03T10:32:00.156" v="1" actId="14734"/>
      <pc:docMkLst>
        <pc:docMk/>
      </pc:docMkLst>
      <pc:sldChg chg="modSp mod">
        <pc:chgData name="Roger Rhoades" userId="09b4b200-c8ea-493f-916f-24d862966299" providerId="ADAL" clId="{B3972135-0220-4F8B-B98D-527BBC57DD01}" dt="2025-04-03T10:32:00.156" v="1" actId="14734"/>
        <pc:sldMkLst>
          <pc:docMk/>
          <pc:sldMk cId="1238222534" sldId="1816"/>
        </pc:sldMkLst>
        <pc:graphicFrameChg chg="modGraphic">
          <ac:chgData name="Roger Rhoades" userId="09b4b200-c8ea-493f-916f-24d862966299" providerId="ADAL" clId="{B3972135-0220-4F8B-B98D-527BBC57DD01}" dt="2025-04-03T10:32:00.156" v="1" actId="14734"/>
          <ac:graphicFrameMkLst>
            <pc:docMk/>
            <pc:sldMk cId="1238222534" sldId="1816"/>
            <ac:graphicFrameMk id="6" creationId="{31D0F302-4CBE-44F3-BE75-494B6D4317B7}"/>
          </ac:graphicFrameMkLst>
        </pc:graphicFrameChg>
      </pc:sldChg>
    </pc:docChg>
  </pc:docChgLst>
  <pc:docChgLst>
    <pc:chgData name="Roger Rhoades" userId="09b4b200-c8ea-493f-916f-24d862966299" providerId="ADAL" clId="{5DF990F3-DF6B-4BE8-A4D7-7AEABA3BFD8D}"/>
    <pc:docChg chg="undo custSel modSld">
      <pc:chgData name="Roger Rhoades" userId="09b4b200-c8ea-493f-916f-24d862966299" providerId="ADAL" clId="{5DF990F3-DF6B-4BE8-A4D7-7AEABA3BFD8D}" dt="2022-12-22T13:58:32.670" v="143" actId="20577"/>
      <pc:docMkLst>
        <pc:docMk/>
      </pc:docMkLst>
      <pc:sldChg chg="modSp mod">
        <pc:chgData name="Roger Rhoades" userId="09b4b200-c8ea-493f-916f-24d862966299" providerId="ADAL" clId="{5DF990F3-DF6B-4BE8-A4D7-7AEABA3BFD8D}" dt="2022-11-11T14:04:37.174" v="14" actId="20577"/>
        <pc:sldMkLst>
          <pc:docMk/>
          <pc:sldMk cId="4021107228" sldId="1817"/>
        </pc:sldMkLst>
      </pc:sldChg>
      <pc:sldChg chg="modSp mod">
        <pc:chgData name="Roger Rhoades" userId="09b4b200-c8ea-493f-916f-24d862966299" providerId="ADAL" clId="{5DF990F3-DF6B-4BE8-A4D7-7AEABA3BFD8D}" dt="2022-12-22T13:58:32.670" v="143" actId="20577"/>
        <pc:sldMkLst>
          <pc:docMk/>
          <pc:sldMk cId="19248635" sldId="1820"/>
        </pc:sldMkLst>
      </pc:sldChg>
      <pc:sldChg chg="modSp mod">
        <pc:chgData name="Roger Rhoades" userId="09b4b200-c8ea-493f-916f-24d862966299" providerId="ADAL" clId="{5DF990F3-DF6B-4BE8-A4D7-7AEABA3BFD8D}" dt="2022-11-11T14:19:19.967" v="29" actId="20577"/>
        <pc:sldMkLst>
          <pc:docMk/>
          <pc:sldMk cId="1423704973" sldId="1827"/>
        </pc:sldMkLst>
      </pc:sldChg>
      <pc:sldChg chg="modSp mod">
        <pc:chgData name="Roger Rhoades" userId="09b4b200-c8ea-493f-916f-24d862966299" providerId="ADAL" clId="{5DF990F3-DF6B-4BE8-A4D7-7AEABA3BFD8D}" dt="2022-12-22T13:52:31.008" v="97" actId="20577"/>
        <pc:sldMkLst>
          <pc:docMk/>
          <pc:sldMk cId="2554401699" sldId="1828"/>
        </pc:sldMkLst>
      </pc:sldChg>
      <pc:sldChg chg="modSp mod">
        <pc:chgData name="Roger Rhoades" userId="09b4b200-c8ea-493f-916f-24d862966299" providerId="ADAL" clId="{5DF990F3-DF6B-4BE8-A4D7-7AEABA3BFD8D}" dt="2022-11-11T14:38:32.864" v="72" actId="20577"/>
        <pc:sldMkLst>
          <pc:docMk/>
          <pc:sldMk cId="2036282561" sldId="1832"/>
        </pc:sldMkLst>
      </pc:sldChg>
      <pc:sldChg chg="modSp mod">
        <pc:chgData name="Roger Rhoades" userId="09b4b200-c8ea-493f-916f-24d862966299" providerId="ADAL" clId="{5DF990F3-DF6B-4BE8-A4D7-7AEABA3BFD8D}" dt="2022-12-22T13:56:07.738" v="101" actId="20577"/>
        <pc:sldMkLst>
          <pc:docMk/>
          <pc:sldMk cId="2540778486" sldId="1842"/>
        </pc:sldMkLst>
      </pc:sldChg>
    </pc:docChg>
  </pc:docChgLst>
  <pc:docChgLst>
    <pc:chgData name="Roger Rhoades" userId="09b4b200-c8ea-493f-916f-24d862966299" providerId="ADAL" clId="{4F2D3166-7281-4590-B227-2BEB7905E2A3}"/>
    <pc:docChg chg="addSld delSld modSld sldOrd">
      <pc:chgData name="Roger Rhoades" userId="09b4b200-c8ea-493f-916f-24d862966299" providerId="ADAL" clId="{4F2D3166-7281-4590-B227-2BEB7905E2A3}" dt="2023-10-20T11:20:18.300" v="107" actId="20577"/>
      <pc:docMkLst>
        <pc:docMk/>
      </pc:docMkLst>
      <pc:sldChg chg="modSp">
        <pc:chgData name="Roger Rhoades" userId="09b4b200-c8ea-493f-916f-24d862966299" providerId="ADAL" clId="{4F2D3166-7281-4590-B227-2BEB7905E2A3}" dt="2023-10-20T11:02:59.050" v="22"/>
        <pc:sldMkLst>
          <pc:docMk/>
          <pc:sldMk cId="273317912" sldId="1778"/>
        </pc:sldMkLst>
      </pc:sldChg>
      <pc:sldChg chg="del">
        <pc:chgData name="Roger Rhoades" userId="09b4b200-c8ea-493f-916f-24d862966299" providerId="ADAL" clId="{4F2D3166-7281-4590-B227-2BEB7905E2A3}" dt="2023-10-20T11:04:21.831" v="52" actId="47"/>
        <pc:sldMkLst>
          <pc:docMk/>
          <pc:sldMk cId="1194844690" sldId="1788"/>
        </pc:sldMkLst>
      </pc:sldChg>
      <pc:sldChg chg="del">
        <pc:chgData name="Roger Rhoades" userId="09b4b200-c8ea-493f-916f-24d862966299" providerId="ADAL" clId="{4F2D3166-7281-4590-B227-2BEB7905E2A3}" dt="2023-10-20T11:04:40.131" v="58" actId="47"/>
        <pc:sldMkLst>
          <pc:docMk/>
          <pc:sldMk cId="1791727570" sldId="1789"/>
        </pc:sldMkLst>
      </pc:sldChg>
      <pc:sldChg chg="del">
        <pc:chgData name="Roger Rhoades" userId="09b4b200-c8ea-493f-916f-24d862966299" providerId="ADAL" clId="{4F2D3166-7281-4590-B227-2BEB7905E2A3}" dt="2023-10-20T11:04:30.820" v="55" actId="47"/>
        <pc:sldMkLst>
          <pc:docMk/>
          <pc:sldMk cId="3669647115" sldId="1790"/>
        </pc:sldMkLst>
      </pc:sldChg>
      <pc:sldChg chg="del">
        <pc:chgData name="Roger Rhoades" userId="09b4b200-c8ea-493f-916f-24d862966299" providerId="ADAL" clId="{4F2D3166-7281-4590-B227-2BEB7905E2A3}" dt="2023-10-20T11:04:50.888" v="62" actId="47"/>
        <pc:sldMkLst>
          <pc:docMk/>
          <pc:sldMk cId="4015705105" sldId="1791"/>
        </pc:sldMkLst>
      </pc:sldChg>
      <pc:sldChg chg="del">
        <pc:chgData name="Roger Rhoades" userId="09b4b200-c8ea-493f-916f-24d862966299" providerId="ADAL" clId="{4F2D3166-7281-4590-B227-2BEB7905E2A3}" dt="2023-10-20T11:04:58.744" v="64" actId="47"/>
        <pc:sldMkLst>
          <pc:docMk/>
          <pc:sldMk cId="236631833" sldId="1792"/>
        </pc:sldMkLst>
      </pc:sldChg>
      <pc:sldChg chg="del">
        <pc:chgData name="Roger Rhoades" userId="09b4b200-c8ea-493f-916f-24d862966299" providerId="ADAL" clId="{4F2D3166-7281-4590-B227-2BEB7905E2A3}" dt="2023-10-20T11:05:08.541" v="67" actId="47"/>
        <pc:sldMkLst>
          <pc:docMk/>
          <pc:sldMk cId="2411585201" sldId="1793"/>
        </pc:sldMkLst>
      </pc:sldChg>
      <pc:sldChg chg="del">
        <pc:chgData name="Roger Rhoades" userId="09b4b200-c8ea-493f-916f-24d862966299" providerId="ADAL" clId="{4F2D3166-7281-4590-B227-2BEB7905E2A3}" dt="2023-10-20T11:05:16.710" v="70" actId="47"/>
        <pc:sldMkLst>
          <pc:docMk/>
          <pc:sldMk cId="3795758822" sldId="1794"/>
        </pc:sldMkLst>
      </pc:sldChg>
      <pc:sldChg chg="del">
        <pc:chgData name="Roger Rhoades" userId="09b4b200-c8ea-493f-916f-24d862966299" providerId="ADAL" clId="{4F2D3166-7281-4590-B227-2BEB7905E2A3}" dt="2023-10-20T11:05:20.226" v="73" actId="47"/>
        <pc:sldMkLst>
          <pc:docMk/>
          <pc:sldMk cId="2758483458" sldId="1795"/>
        </pc:sldMkLst>
      </pc:sldChg>
      <pc:sldChg chg="del">
        <pc:chgData name="Roger Rhoades" userId="09b4b200-c8ea-493f-916f-24d862966299" providerId="ADAL" clId="{4F2D3166-7281-4590-B227-2BEB7905E2A3}" dt="2023-10-20T11:04:16.950" v="50" actId="2696"/>
        <pc:sldMkLst>
          <pc:docMk/>
          <pc:sldMk cId="2201965347" sldId="1815"/>
        </pc:sldMkLst>
      </pc:sldChg>
      <pc:sldChg chg="add">
        <pc:chgData name="Roger Rhoades" userId="09b4b200-c8ea-493f-916f-24d862966299" providerId="ADAL" clId="{4F2D3166-7281-4590-B227-2BEB7905E2A3}" dt="2023-10-20T11:04:18.633" v="51"/>
        <pc:sldMkLst>
          <pc:docMk/>
          <pc:sldMk cId="2334984240" sldId="1815"/>
        </pc:sldMkLst>
      </pc:sldChg>
      <pc:sldChg chg="del">
        <pc:chgData name="Roger Rhoades" userId="09b4b200-c8ea-493f-916f-24d862966299" providerId="ADAL" clId="{4F2D3166-7281-4590-B227-2BEB7905E2A3}" dt="2023-10-20T11:04:24.591" v="53" actId="2696"/>
        <pc:sldMkLst>
          <pc:docMk/>
          <pc:sldMk cId="539176066" sldId="1816"/>
        </pc:sldMkLst>
      </pc:sldChg>
      <pc:sldChg chg="add">
        <pc:chgData name="Roger Rhoades" userId="09b4b200-c8ea-493f-916f-24d862966299" providerId="ADAL" clId="{4F2D3166-7281-4590-B227-2BEB7905E2A3}" dt="2023-10-20T11:04:26.899" v="54"/>
        <pc:sldMkLst>
          <pc:docMk/>
          <pc:sldMk cId="1360139602" sldId="1816"/>
        </pc:sldMkLst>
      </pc:sldChg>
      <pc:sldChg chg="add">
        <pc:chgData name="Roger Rhoades" userId="09b4b200-c8ea-493f-916f-24d862966299" providerId="ADAL" clId="{4F2D3166-7281-4590-B227-2BEB7905E2A3}" dt="2023-10-20T11:04:26.899" v="54"/>
        <pc:sldMkLst>
          <pc:docMk/>
          <pc:sldMk cId="3751201182" sldId="1817"/>
        </pc:sldMkLst>
      </pc:sldChg>
      <pc:sldChg chg="del">
        <pc:chgData name="Roger Rhoades" userId="09b4b200-c8ea-493f-916f-24d862966299" providerId="ADAL" clId="{4F2D3166-7281-4590-B227-2BEB7905E2A3}" dt="2023-10-20T11:04:24.591" v="53" actId="2696"/>
        <pc:sldMkLst>
          <pc:docMk/>
          <pc:sldMk cId="4021107228" sldId="1817"/>
        </pc:sldMkLst>
      </pc:sldChg>
      <pc:sldChg chg="del">
        <pc:chgData name="Roger Rhoades" userId="09b4b200-c8ea-493f-916f-24d862966299" providerId="ADAL" clId="{4F2D3166-7281-4590-B227-2BEB7905E2A3}" dt="2023-10-20T11:04:42.008" v="59" actId="2696"/>
        <pc:sldMkLst>
          <pc:docMk/>
          <pc:sldMk cId="2771165484" sldId="1818"/>
        </pc:sldMkLst>
      </pc:sldChg>
      <pc:sldChg chg="modSp add mod">
        <pc:chgData name="Roger Rhoades" userId="09b4b200-c8ea-493f-916f-24d862966299" providerId="ADAL" clId="{4F2D3166-7281-4590-B227-2BEB7905E2A3}" dt="2023-10-20T11:10:17.150" v="76" actId="20577"/>
        <pc:sldMkLst>
          <pc:docMk/>
          <pc:sldMk cId="3254591381" sldId="1818"/>
        </pc:sldMkLst>
      </pc:sldChg>
      <pc:sldChg chg="del">
        <pc:chgData name="Roger Rhoades" userId="09b4b200-c8ea-493f-916f-24d862966299" providerId="ADAL" clId="{4F2D3166-7281-4590-B227-2BEB7905E2A3}" dt="2023-10-20T11:04:32.045" v="56" actId="2696"/>
        <pc:sldMkLst>
          <pc:docMk/>
          <pc:sldMk cId="2112153993" sldId="1819"/>
        </pc:sldMkLst>
      </pc:sldChg>
      <pc:sldChg chg="add">
        <pc:chgData name="Roger Rhoades" userId="09b4b200-c8ea-493f-916f-24d862966299" providerId="ADAL" clId="{4F2D3166-7281-4590-B227-2BEB7905E2A3}" dt="2023-10-20T11:04:33.832" v="57"/>
        <pc:sldMkLst>
          <pc:docMk/>
          <pc:sldMk cId="3026031174" sldId="1819"/>
        </pc:sldMkLst>
      </pc:sldChg>
      <pc:sldChg chg="del">
        <pc:chgData name="Roger Rhoades" userId="09b4b200-c8ea-493f-916f-24d862966299" providerId="ADAL" clId="{4F2D3166-7281-4590-B227-2BEB7905E2A3}" dt="2023-10-20T11:04:48.842" v="61" actId="2696"/>
        <pc:sldMkLst>
          <pc:docMk/>
          <pc:sldMk cId="19248635" sldId="1820"/>
        </pc:sldMkLst>
      </pc:sldChg>
      <pc:sldChg chg="modSp add mod">
        <pc:chgData name="Roger Rhoades" userId="09b4b200-c8ea-493f-916f-24d862966299" providerId="ADAL" clId="{4F2D3166-7281-4590-B227-2BEB7905E2A3}" dt="2023-10-20T11:20:18.300" v="107" actId="20577"/>
        <pc:sldMkLst>
          <pc:docMk/>
          <pc:sldMk cId="2722420099" sldId="1820"/>
        </pc:sldMkLst>
      </pc:sldChg>
      <pc:sldChg chg="del">
        <pc:chgData name="Roger Rhoades" userId="09b4b200-c8ea-493f-916f-24d862966299" providerId="ADAL" clId="{4F2D3166-7281-4590-B227-2BEB7905E2A3}" dt="2023-10-20T11:04:59.906" v="65" actId="2696"/>
        <pc:sldMkLst>
          <pc:docMk/>
          <pc:sldMk cId="2247845094" sldId="1821"/>
        </pc:sldMkLst>
      </pc:sldChg>
      <pc:sldChg chg="add">
        <pc:chgData name="Roger Rhoades" userId="09b4b200-c8ea-493f-916f-24d862966299" providerId="ADAL" clId="{4F2D3166-7281-4590-B227-2BEB7905E2A3}" dt="2023-10-20T11:05:02.336" v="66"/>
        <pc:sldMkLst>
          <pc:docMk/>
          <pc:sldMk cId="2862430696" sldId="1821"/>
        </pc:sldMkLst>
      </pc:sldChg>
      <pc:sldChg chg="del">
        <pc:chgData name="Roger Rhoades" userId="09b4b200-c8ea-493f-916f-24d862966299" providerId="ADAL" clId="{4F2D3166-7281-4590-B227-2BEB7905E2A3}" dt="2023-10-20T11:05:10.888" v="68" actId="2696"/>
        <pc:sldMkLst>
          <pc:docMk/>
          <pc:sldMk cId="1270333644" sldId="1822"/>
        </pc:sldMkLst>
      </pc:sldChg>
      <pc:sldChg chg="add">
        <pc:chgData name="Roger Rhoades" userId="09b4b200-c8ea-493f-916f-24d862966299" providerId="ADAL" clId="{4F2D3166-7281-4590-B227-2BEB7905E2A3}" dt="2023-10-20T11:05:12.277" v="69"/>
        <pc:sldMkLst>
          <pc:docMk/>
          <pc:sldMk cId="2708566565" sldId="1822"/>
        </pc:sldMkLst>
      </pc:sldChg>
      <pc:sldChg chg="add">
        <pc:chgData name="Roger Rhoades" userId="09b4b200-c8ea-493f-916f-24d862966299" providerId="ADAL" clId="{4F2D3166-7281-4590-B227-2BEB7905E2A3}" dt="2023-10-20T11:05:18.420" v="72"/>
        <pc:sldMkLst>
          <pc:docMk/>
          <pc:sldMk cId="375985431" sldId="1823"/>
        </pc:sldMkLst>
      </pc:sldChg>
      <pc:sldChg chg="del">
        <pc:chgData name="Roger Rhoades" userId="09b4b200-c8ea-493f-916f-24d862966299" providerId="ADAL" clId="{4F2D3166-7281-4590-B227-2BEB7905E2A3}" dt="2023-10-20T11:05:17.401" v="71" actId="2696"/>
        <pc:sldMkLst>
          <pc:docMk/>
          <pc:sldMk cId="1586059459" sldId="1823"/>
        </pc:sldMkLst>
      </pc:sldChg>
      <pc:sldChg chg="add">
        <pc:chgData name="Roger Rhoades" userId="09b4b200-c8ea-493f-916f-24d862966299" providerId="ADAL" clId="{4F2D3166-7281-4590-B227-2BEB7905E2A3}" dt="2023-10-20T11:04:26.899" v="54"/>
        <pc:sldMkLst>
          <pc:docMk/>
          <pc:sldMk cId="329339797" sldId="1825"/>
        </pc:sldMkLst>
      </pc:sldChg>
      <pc:sldChg chg="modSp del mod">
        <pc:chgData name="Roger Rhoades" userId="09b4b200-c8ea-493f-916f-24d862966299" providerId="ADAL" clId="{4F2D3166-7281-4590-B227-2BEB7905E2A3}" dt="2023-10-20T11:04:24.591" v="53" actId="2696"/>
        <pc:sldMkLst>
          <pc:docMk/>
          <pc:sldMk cId="3594936786" sldId="1825"/>
        </pc:sldMkLst>
      </pc:sldChg>
      <pc:sldChg chg="add">
        <pc:chgData name="Roger Rhoades" userId="09b4b200-c8ea-493f-916f-24d862966299" providerId="ADAL" clId="{4F2D3166-7281-4590-B227-2BEB7905E2A3}" dt="2023-10-20T11:04:26.899" v="54"/>
        <pc:sldMkLst>
          <pc:docMk/>
          <pc:sldMk cId="499605064" sldId="1826"/>
        </pc:sldMkLst>
      </pc:sldChg>
      <pc:sldChg chg="del">
        <pc:chgData name="Roger Rhoades" userId="09b4b200-c8ea-493f-916f-24d862966299" providerId="ADAL" clId="{4F2D3166-7281-4590-B227-2BEB7905E2A3}" dt="2023-10-20T11:04:24.591" v="53" actId="2696"/>
        <pc:sldMkLst>
          <pc:docMk/>
          <pc:sldMk cId="1779726613" sldId="1826"/>
        </pc:sldMkLst>
      </pc:sldChg>
      <pc:sldChg chg="add">
        <pc:chgData name="Roger Rhoades" userId="09b4b200-c8ea-493f-916f-24d862966299" providerId="ADAL" clId="{4F2D3166-7281-4590-B227-2BEB7905E2A3}" dt="2023-10-20T11:04:43.718" v="60"/>
        <pc:sldMkLst>
          <pc:docMk/>
          <pc:sldMk cId="935843883" sldId="1827"/>
        </pc:sldMkLst>
      </pc:sldChg>
      <pc:sldChg chg="del">
        <pc:chgData name="Roger Rhoades" userId="09b4b200-c8ea-493f-916f-24d862966299" providerId="ADAL" clId="{4F2D3166-7281-4590-B227-2BEB7905E2A3}" dt="2023-10-20T11:04:42.008" v="59" actId="2696"/>
        <pc:sldMkLst>
          <pc:docMk/>
          <pc:sldMk cId="1423704973" sldId="1827"/>
        </pc:sldMkLst>
      </pc:sldChg>
      <pc:sldChg chg="add">
        <pc:chgData name="Roger Rhoades" userId="09b4b200-c8ea-493f-916f-24d862966299" providerId="ADAL" clId="{4F2D3166-7281-4590-B227-2BEB7905E2A3}" dt="2023-10-20T11:04:43.718" v="60"/>
        <pc:sldMkLst>
          <pc:docMk/>
          <pc:sldMk cId="1689721877" sldId="1828"/>
        </pc:sldMkLst>
      </pc:sldChg>
      <pc:sldChg chg="del">
        <pc:chgData name="Roger Rhoades" userId="09b4b200-c8ea-493f-916f-24d862966299" providerId="ADAL" clId="{4F2D3166-7281-4590-B227-2BEB7905E2A3}" dt="2023-10-20T11:04:42.008" v="59" actId="2696"/>
        <pc:sldMkLst>
          <pc:docMk/>
          <pc:sldMk cId="2554401699" sldId="1828"/>
        </pc:sldMkLst>
      </pc:sldChg>
      <pc:sldChg chg="del">
        <pc:chgData name="Roger Rhoades" userId="09b4b200-c8ea-493f-916f-24d862966299" providerId="ADAL" clId="{4F2D3166-7281-4590-B227-2BEB7905E2A3}" dt="2023-10-20T11:04:48.842" v="61" actId="2696"/>
        <pc:sldMkLst>
          <pc:docMk/>
          <pc:sldMk cId="2546659008" sldId="1829"/>
        </pc:sldMkLst>
      </pc:sldChg>
      <pc:sldChg chg="add">
        <pc:chgData name="Roger Rhoades" userId="09b4b200-c8ea-493f-916f-24d862966299" providerId="ADAL" clId="{4F2D3166-7281-4590-B227-2BEB7905E2A3}" dt="2023-10-20T11:04:52.500" v="63"/>
        <pc:sldMkLst>
          <pc:docMk/>
          <pc:sldMk cId="3190161748" sldId="1829"/>
        </pc:sldMkLst>
      </pc:sldChg>
      <pc:sldChg chg="add">
        <pc:chgData name="Roger Rhoades" userId="09b4b200-c8ea-493f-916f-24d862966299" providerId="ADAL" clId="{4F2D3166-7281-4590-B227-2BEB7905E2A3}" dt="2023-10-20T11:04:52.500" v="63"/>
        <pc:sldMkLst>
          <pc:docMk/>
          <pc:sldMk cId="347990628" sldId="1830"/>
        </pc:sldMkLst>
      </pc:sldChg>
      <pc:sldChg chg="del">
        <pc:chgData name="Roger Rhoades" userId="09b4b200-c8ea-493f-916f-24d862966299" providerId="ADAL" clId="{4F2D3166-7281-4590-B227-2BEB7905E2A3}" dt="2023-10-20T11:04:48.842" v="61" actId="2696"/>
        <pc:sldMkLst>
          <pc:docMk/>
          <pc:sldMk cId="2677866766" sldId="1830"/>
        </pc:sldMkLst>
      </pc:sldChg>
      <pc:sldChg chg="add">
        <pc:chgData name="Roger Rhoades" userId="09b4b200-c8ea-493f-916f-24d862966299" providerId="ADAL" clId="{4F2D3166-7281-4590-B227-2BEB7905E2A3}" dt="2023-10-20T11:04:52.500" v="63"/>
        <pc:sldMkLst>
          <pc:docMk/>
          <pc:sldMk cId="264504898" sldId="1831"/>
        </pc:sldMkLst>
      </pc:sldChg>
      <pc:sldChg chg="del">
        <pc:chgData name="Roger Rhoades" userId="09b4b200-c8ea-493f-916f-24d862966299" providerId="ADAL" clId="{4F2D3166-7281-4590-B227-2BEB7905E2A3}" dt="2023-10-20T11:04:48.842" v="61" actId="2696"/>
        <pc:sldMkLst>
          <pc:docMk/>
          <pc:sldMk cId="599440960" sldId="1831"/>
        </pc:sldMkLst>
      </pc:sldChg>
      <pc:sldChg chg="del">
        <pc:chgData name="Roger Rhoades" userId="09b4b200-c8ea-493f-916f-24d862966299" providerId="ADAL" clId="{4F2D3166-7281-4590-B227-2BEB7905E2A3}" dt="2023-10-20T11:04:48.842" v="61" actId="2696"/>
        <pc:sldMkLst>
          <pc:docMk/>
          <pc:sldMk cId="2036282561" sldId="1832"/>
        </pc:sldMkLst>
      </pc:sldChg>
      <pc:sldChg chg="add">
        <pc:chgData name="Roger Rhoades" userId="09b4b200-c8ea-493f-916f-24d862966299" providerId="ADAL" clId="{4F2D3166-7281-4590-B227-2BEB7905E2A3}" dt="2023-10-20T11:04:52.500" v="63"/>
        <pc:sldMkLst>
          <pc:docMk/>
          <pc:sldMk cId="3602716579" sldId="1832"/>
        </pc:sldMkLst>
      </pc:sldChg>
      <pc:sldChg chg="add">
        <pc:chgData name="Roger Rhoades" userId="09b4b200-c8ea-493f-916f-24d862966299" providerId="ADAL" clId="{4F2D3166-7281-4590-B227-2BEB7905E2A3}" dt="2023-10-20T11:04:52.500" v="63"/>
        <pc:sldMkLst>
          <pc:docMk/>
          <pc:sldMk cId="588887996" sldId="1833"/>
        </pc:sldMkLst>
      </pc:sldChg>
      <pc:sldChg chg="del">
        <pc:chgData name="Roger Rhoades" userId="09b4b200-c8ea-493f-916f-24d862966299" providerId="ADAL" clId="{4F2D3166-7281-4590-B227-2BEB7905E2A3}" dt="2023-10-20T11:04:48.842" v="61" actId="2696"/>
        <pc:sldMkLst>
          <pc:docMk/>
          <pc:sldMk cId="914219503" sldId="1833"/>
        </pc:sldMkLst>
      </pc:sldChg>
      <pc:sldChg chg="add">
        <pc:chgData name="Roger Rhoades" userId="09b4b200-c8ea-493f-916f-24d862966299" providerId="ADAL" clId="{4F2D3166-7281-4590-B227-2BEB7905E2A3}" dt="2023-10-20T11:05:02.336" v="66"/>
        <pc:sldMkLst>
          <pc:docMk/>
          <pc:sldMk cId="1940387604" sldId="1835"/>
        </pc:sldMkLst>
      </pc:sldChg>
      <pc:sldChg chg="del">
        <pc:chgData name="Roger Rhoades" userId="09b4b200-c8ea-493f-916f-24d862966299" providerId="ADAL" clId="{4F2D3166-7281-4590-B227-2BEB7905E2A3}" dt="2023-10-20T11:04:59.906" v="65" actId="2696"/>
        <pc:sldMkLst>
          <pc:docMk/>
          <pc:sldMk cId="2653233713" sldId="1835"/>
        </pc:sldMkLst>
      </pc:sldChg>
      <pc:sldChg chg="add">
        <pc:chgData name="Roger Rhoades" userId="09b4b200-c8ea-493f-916f-24d862966299" providerId="ADAL" clId="{4F2D3166-7281-4590-B227-2BEB7905E2A3}" dt="2023-10-20T11:05:12.277" v="69"/>
        <pc:sldMkLst>
          <pc:docMk/>
          <pc:sldMk cId="3132761787" sldId="1836"/>
        </pc:sldMkLst>
      </pc:sldChg>
      <pc:sldChg chg="del">
        <pc:chgData name="Roger Rhoades" userId="09b4b200-c8ea-493f-916f-24d862966299" providerId="ADAL" clId="{4F2D3166-7281-4590-B227-2BEB7905E2A3}" dt="2023-10-20T11:05:10.888" v="68" actId="2696"/>
        <pc:sldMkLst>
          <pc:docMk/>
          <pc:sldMk cId="4157291614" sldId="1836"/>
        </pc:sldMkLst>
      </pc:sldChg>
      <pc:sldChg chg="add">
        <pc:chgData name="Roger Rhoades" userId="09b4b200-c8ea-493f-916f-24d862966299" providerId="ADAL" clId="{4F2D3166-7281-4590-B227-2BEB7905E2A3}" dt="2023-10-20T11:05:12.277" v="69"/>
        <pc:sldMkLst>
          <pc:docMk/>
          <pc:sldMk cId="2699079482" sldId="1837"/>
        </pc:sldMkLst>
      </pc:sldChg>
      <pc:sldChg chg="del">
        <pc:chgData name="Roger Rhoades" userId="09b4b200-c8ea-493f-916f-24d862966299" providerId="ADAL" clId="{4F2D3166-7281-4590-B227-2BEB7905E2A3}" dt="2023-10-20T11:05:10.888" v="68" actId="2696"/>
        <pc:sldMkLst>
          <pc:docMk/>
          <pc:sldMk cId="3351276153" sldId="1837"/>
        </pc:sldMkLst>
      </pc:sldChg>
      <pc:sldChg chg="add">
        <pc:chgData name="Roger Rhoades" userId="09b4b200-c8ea-493f-916f-24d862966299" providerId="ADAL" clId="{4F2D3166-7281-4590-B227-2BEB7905E2A3}" dt="2023-10-20T11:05:12.277" v="69"/>
        <pc:sldMkLst>
          <pc:docMk/>
          <pc:sldMk cId="47821788" sldId="1838"/>
        </pc:sldMkLst>
      </pc:sldChg>
      <pc:sldChg chg="del">
        <pc:chgData name="Roger Rhoades" userId="09b4b200-c8ea-493f-916f-24d862966299" providerId="ADAL" clId="{4F2D3166-7281-4590-B227-2BEB7905E2A3}" dt="2023-10-20T11:05:10.888" v="68" actId="2696"/>
        <pc:sldMkLst>
          <pc:docMk/>
          <pc:sldMk cId="3129893184" sldId="1838"/>
        </pc:sldMkLst>
      </pc:sldChg>
      <pc:sldChg chg="add">
        <pc:chgData name="Roger Rhoades" userId="09b4b200-c8ea-493f-916f-24d862966299" providerId="ADAL" clId="{4F2D3166-7281-4590-B227-2BEB7905E2A3}" dt="2023-10-20T11:04:18.633" v="51"/>
        <pc:sldMkLst>
          <pc:docMk/>
          <pc:sldMk cId="185634058" sldId="1840"/>
        </pc:sldMkLst>
      </pc:sldChg>
      <pc:sldChg chg="del">
        <pc:chgData name="Roger Rhoades" userId="09b4b200-c8ea-493f-916f-24d862966299" providerId="ADAL" clId="{4F2D3166-7281-4590-B227-2BEB7905E2A3}" dt="2023-10-20T11:04:16.950" v="50" actId="2696"/>
        <pc:sldMkLst>
          <pc:docMk/>
          <pc:sldMk cId="318074288" sldId="1840"/>
        </pc:sldMkLst>
      </pc:sldChg>
      <pc:sldChg chg="add">
        <pc:chgData name="Roger Rhoades" userId="09b4b200-c8ea-493f-916f-24d862966299" providerId="ADAL" clId="{4F2D3166-7281-4590-B227-2BEB7905E2A3}" dt="2023-10-20T11:04:33.832" v="57"/>
        <pc:sldMkLst>
          <pc:docMk/>
          <pc:sldMk cId="2288945075" sldId="1842"/>
        </pc:sldMkLst>
      </pc:sldChg>
      <pc:sldChg chg="del">
        <pc:chgData name="Roger Rhoades" userId="09b4b200-c8ea-493f-916f-24d862966299" providerId="ADAL" clId="{4F2D3166-7281-4590-B227-2BEB7905E2A3}" dt="2023-10-20T11:04:32.045" v="56" actId="2696"/>
        <pc:sldMkLst>
          <pc:docMk/>
          <pc:sldMk cId="2713000294" sldId="1842"/>
        </pc:sldMkLst>
      </pc:sldChg>
      <pc:sldChg chg="modSp add">
        <pc:chgData name="Roger Rhoades" userId="09b4b200-c8ea-493f-916f-24d862966299" providerId="ADAL" clId="{4F2D3166-7281-4590-B227-2BEB7905E2A3}" dt="2023-10-20T11:03:12.055" v="26"/>
        <pc:sldMkLst>
          <pc:docMk/>
          <pc:sldMk cId="896257816" sldId="1843"/>
        </pc:sldMkLst>
      </pc:sldChg>
      <pc:sldChg chg="modSp add">
        <pc:chgData name="Roger Rhoades" userId="09b4b200-c8ea-493f-916f-24d862966299" providerId="ADAL" clId="{4F2D3166-7281-4590-B227-2BEB7905E2A3}" dt="2023-10-20T10:57:12.400" v="18"/>
        <pc:sldMkLst>
          <pc:docMk/>
          <pc:sldMk cId="4159441959" sldId="1844"/>
        </pc:sldMkLst>
      </pc:sldChg>
      <pc:sldChg chg="modSp add mod ord">
        <pc:chgData name="Roger Rhoades" userId="09b4b200-c8ea-493f-916f-24d862966299" providerId="ADAL" clId="{4F2D3166-7281-4590-B227-2BEB7905E2A3}" dt="2023-10-20T10:56:57.382" v="13"/>
        <pc:sldMkLst>
          <pc:docMk/>
          <pc:sldMk cId="3866818324" sldId="1845"/>
        </pc:sldMkLst>
      </pc:sldChg>
      <pc:sldChg chg="modSp add">
        <pc:chgData name="Roger Rhoades" userId="09b4b200-c8ea-493f-916f-24d862966299" providerId="ADAL" clId="{4F2D3166-7281-4590-B227-2BEB7905E2A3}" dt="2023-10-20T11:03:24.402" v="30"/>
        <pc:sldMkLst>
          <pc:docMk/>
          <pc:sldMk cId="3849588356" sldId="1846"/>
        </pc:sldMkLst>
      </pc:sldChg>
      <pc:sldChg chg="modSp add mod">
        <pc:chgData name="Roger Rhoades" userId="09b4b200-c8ea-493f-916f-24d862966299" providerId="ADAL" clId="{4F2D3166-7281-4590-B227-2BEB7905E2A3}" dt="2023-10-20T11:03:37.204" v="35" actId="20577"/>
        <pc:sldMkLst>
          <pc:docMk/>
          <pc:sldMk cId="1064389761" sldId="1847"/>
        </pc:sldMkLst>
      </pc:sldChg>
      <pc:sldChg chg="modSp add">
        <pc:chgData name="Roger Rhoades" userId="09b4b200-c8ea-493f-916f-24d862966299" providerId="ADAL" clId="{4F2D3166-7281-4590-B227-2BEB7905E2A3}" dt="2023-10-20T11:03:46.073" v="39"/>
        <pc:sldMkLst>
          <pc:docMk/>
          <pc:sldMk cId="1688603014" sldId="1848"/>
        </pc:sldMkLst>
      </pc:sldChg>
      <pc:sldChg chg="modSp add mod">
        <pc:chgData name="Roger Rhoades" userId="09b4b200-c8ea-493f-916f-24d862966299" providerId="ADAL" clId="{4F2D3166-7281-4590-B227-2BEB7905E2A3}" dt="2023-10-20T11:03:55.117" v="44" actId="20577"/>
        <pc:sldMkLst>
          <pc:docMk/>
          <pc:sldMk cId="3505375661" sldId="1849"/>
        </pc:sldMkLst>
      </pc:sldChg>
      <pc:sldChg chg="modSp add mod">
        <pc:chgData name="Roger Rhoades" userId="09b4b200-c8ea-493f-916f-24d862966299" providerId="ADAL" clId="{4F2D3166-7281-4590-B227-2BEB7905E2A3}" dt="2023-10-20T11:04:04.242" v="49" actId="20577"/>
        <pc:sldMkLst>
          <pc:docMk/>
          <pc:sldMk cId="3877716283" sldId="1850"/>
        </pc:sldMkLst>
      </pc:sldChg>
    </pc:docChg>
  </pc:docChgLst>
  <pc:docChgLst>
    <pc:chgData name="Julian Finkler" userId="S::julian.finkler@albion.eu::48df19d5-0f37-486e-b4d5-f955778d2b2b" providerId="AD" clId="Web-{C29AA278-955E-3B25-4A33-18F3A601EE0D}"/>
    <pc:docChg chg="modSld">
      <pc:chgData name="Julian Finkler" userId="S::julian.finkler@albion.eu::48df19d5-0f37-486e-b4d5-f955778d2b2b" providerId="AD" clId="Web-{C29AA278-955E-3B25-4A33-18F3A601EE0D}" dt="2023-04-28T13:30:09.232" v="3"/>
      <pc:docMkLst>
        <pc:docMk/>
      </pc:docMkLst>
      <pc:sldChg chg="modSp">
        <pc:chgData name="Julian Finkler" userId="S::julian.finkler@albion.eu::48df19d5-0f37-486e-b4d5-f955778d2b2b" providerId="AD" clId="Web-{C29AA278-955E-3B25-4A33-18F3A601EE0D}" dt="2023-04-28T13:30:09.232" v="3"/>
        <pc:sldMkLst>
          <pc:docMk/>
          <pc:sldMk cId="19248635" sldId="1820"/>
        </pc:sldMkLst>
      </pc:sldChg>
    </pc:docChg>
  </pc:docChgLst>
  <pc:docChgLst>
    <pc:chgData name="Roger Rhoades" userId="09b4b200-c8ea-493f-916f-24d862966299" providerId="ADAL" clId="{4862D3F2-47BD-4908-BEC5-82F2ADEB0660}"/>
    <pc:docChg chg="undo custSel modSld">
      <pc:chgData name="Roger Rhoades" userId="09b4b200-c8ea-493f-916f-24d862966299" providerId="ADAL" clId="{4862D3F2-47BD-4908-BEC5-82F2ADEB0660}" dt="2023-07-07T14:26:47.926" v="309" actId="729"/>
      <pc:docMkLst>
        <pc:docMk/>
      </pc:docMkLst>
      <pc:sldChg chg="modSp mod">
        <pc:chgData name="Roger Rhoades" userId="09b4b200-c8ea-493f-916f-24d862966299" providerId="ADAL" clId="{4862D3F2-47BD-4908-BEC5-82F2ADEB0660}" dt="2023-03-10T14:21:39.130" v="8" actId="20577"/>
        <pc:sldMkLst>
          <pc:docMk/>
          <pc:sldMk cId="26686852" sldId="1214"/>
        </pc:sldMkLst>
      </pc:sldChg>
      <pc:sldChg chg="modSp mod">
        <pc:chgData name="Roger Rhoades" userId="09b4b200-c8ea-493f-916f-24d862966299" providerId="ADAL" clId="{4862D3F2-47BD-4908-BEC5-82F2ADEB0660}" dt="2023-06-29T09:10:21.376" v="308" actId="20577"/>
        <pc:sldMkLst>
          <pc:docMk/>
          <pc:sldMk cId="19248635" sldId="1820"/>
        </pc:sldMkLst>
      </pc:sldChg>
      <pc:sldChg chg="modSp mod">
        <pc:chgData name="Roger Rhoades" userId="09b4b200-c8ea-493f-916f-24d862966299" providerId="ADAL" clId="{4862D3F2-47BD-4908-BEC5-82F2ADEB0660}" dt="2023-04-15T15:56:32.093" v="66" actId="20577"/>
        <pc:sldMkLst>
          <pc:docMk/>
          <pc:sldMk cId="1423704973" sldId="1827"/>
        </pc:sldMkLst>
      </pc:sldChg>
      <pc:sldChg chg="modSp mod">
        <pc:chgData name="Roger Rhoades" userId="09b4b200-c8ea-493f-916f-24d862966299" providerId="ADAL" clId="{4862D3F2-47BD-4908-BEC5-82F2ADEB0660}" dt="2023-04-15T16:17:29.541" v="271" actId="1035"/>
        <pc:sldMkLst>
          <pc:docMk/>
          <pc:sldMk cId="2546659008" sldId="1829"/>
        </pc:sldMkLst>
      </pc:sldChg>
      <pc:sldChg chg="modSp mod">
        <pc:chgData name="Roger Rhoades" userId="09b4b200-c8ea-493f-916f-24d862966299" providerId="ADAL" clId="{4862D3F2-47BD-4908-BEC5-82F2ADEB0660}" dt="2023-04-15T17:07:48.349" v="289" actId="20577"/>
        <pc:sldMkLst>
          <pc:docMk/>
          <pc:sldMk cId="2036282561" sldId="1832"/>
        </pc:sldMkLst>
      </pc:sldChg>
      <pc:sldChg chg="modSp mod">
        <pc:chgData name="Roger Rhoades" userId="09b4b200-c8ea-493f-916f-24d862966299" providerId="ADAL" clId="{4862D3F2-47BD-4908-BEC5-82F2ADEB0660}" dt="2023-04-15T16:22:31.750" v="281" actId="313"/>
        <pc:sldMkLst>
          <pc:docMk/>
          <pc:sldMk cId="2653233713" sldId="1835"/>
        </pc:sldMkLst>
      </pc:sldChg>
      <pc:sldChg chg="mod modShow">
        <pc:chgData name="Roger Rhoades" userId="09b4b200-c8ea-493f-916f-24d862966299" providerId="ADAL" clId="{4862D3F2-47BD-4908-BEC5-82F2ADEB0660}" dt="2023-07-07T14:26:47.926" v="309" actId="729"/>
        <pc:sldMkLst>
          <pc:docMk/>
          <pc:sldMk cId="3129893184" sldId="1838"/>
        </pc:sldMkLst>
      </pc:sldChg>
      <pc:sldChg chg="modSp mod">
        <pc:chgData name="Roger Rhoades" userId="09b4b200-c8ea-493f-916f-24d862966299" providerId="ADAL" clId="{4862D3F2-47BD-4908-BEC5-82F2ADEB0660}" dt="2023-03-31T12:51:54.089" v="12" actId="20577"/>
        <pc:sldMkLst>
          <pc:docMk/>
          <pc:sldMk cId="1225653513" sldId="1839"/>
        </pc:sldMkLst>
      </pc:sldChg>
      <pc:sldChg chg="modSp mod">
        <pc:chgData name="Roger Rhoades" userId="09b4b200-c8ea-493f-916f-24d862966299" providerId="ADAL" clId="{4862D3F2-47BD-4908-BEC5-82F2ADEB0660}" dt="2023-04-15T15:25:35.187" v="54" actId="1036"/>
        <pc:sldMkLst>
          <pc:docMk/>
          <pc:sldMk cId="318074288" sldId="1840"/>
        </pc:sldMkLst>
      </pc:sldChg>
      <pc:sldChg chg="modSp mod">
        <pc:chgData name="Roger Rhoades" userId="09b4b200-c8ea-493f-916f-24d862966299" providerId="ADAL" clId="{4862D3F2-47BD-4908-BEC5-82F2ADEB0660}" dt="2023-04-15T16:06:34.993" v="105" actId="20577"/>
        <pc:sldMkLst>
          <pc:docMk/>
          <pc:sldMk cId="2540778486" sldId="1842"/>
        </pc:sldMkLst>
      </pc:sldChg>
    </pc:docChg>
  </pc:docChgLst>
  <pc:docChgLst>
    <pc:chgData name="Patrick Loka" userId="ed40cc16-eb7d-4385-99af-aec238be238f" providerId="ADAL" clId="{C0C47AA7-C158-4AC1-A97B-B43C3364969B}"/>
    <pc:docChg chg="custSel modSld">
      <pc:chgData name="Patrick Loka" userId="ed40cc16-eb7d-4385-99af-aec238be238f" providerId="ADAL" clId="{C0C47AA7-C158-4AC1-A97B-B43C3364969B}" dt="2022-10-21T14:17:21.498" v="306" actId="313"/>
      <pc:docMkLst>
        <pc:docMk/>
      </pc:docMkLst>
      <pc:sldChg chg="modSp mod">
        <pc:chgData name="Patrick Loka" userId="ed40cc16-eb7d-4385-99af-aec238be238f" providerId="ADAL" clId="{C0C47AA7-C158-4AC1-A97B-B43C3364969B}" dt="2022-10-21T13:16:47.344" v="167" actId="20577"/>
        <pc:sldMkLst>
          <pc:docMk/>
          <pc:sldMk cId="539176066" sldId="1816"/>
        </pc:sldMkLst>
      </pc:sldChg>
      <pc:sldChg chg="modSp mod">
        <pc:chgData name="Patrick Loka" userId="ed40cc16-eb7d-4385-99af-aec238be238f" providerId="ADAL" clId="{C0C47AA7-C158-4AC1-A97B-B43C3364969B}" dt="2022-10-21T13:34:26.773" v="203" actId="20577"/>
        <pc:sldMkLst>
          <pc:docMk/>
          <pc:sldMk cId="2771165484" sldId="1818"/>
        </pc:sldMkLst>
      </pc:sldChg>
      <pc:sldChg chg="modSp mod">
        <pc:chgData name="Patrick Loka" userId="ed40cc16-eb7d-4385-99af-aec238be238f" providerId="ADAL" clId="{C0C47AA7-C158-4AC1-A97B-B43C3364969B}" dt="2022-10-21T14:17:21.498" v="306" actId="313"/>
        <pc:sldMkLst>
          <pc:docMk/>
          <pc:sldMk cId="1586059459" sldId="1823"/>
        </pc:sldMkLst>
      </pc:sldChg>
      <pc:sldChg chg="modSp mod">
        <pc:chgData name="Patrick Loka" userId="ed40cc16-eb7d-4385-99af-aec238be238f" providerId="ADAL" clId="{C0C47AA7-C158-4AC1-A97B-B43C3364969B}" dt="2022-10-21T13:32:16.607" v="202" actId="20577"/>
        <pc:sldMkLst>
          <pc:docMk/>
          <pc:sldMk cId="1779726613" sldId="1826"/>
        </pc:sldMkLst>
      </pc:sldChg>
      <pc:sldChg chg="modSp mod">
        <pc:chgData name="Patrick Loka" userId="ed40cc16-eb7d-4385-99af-aec238be238f" providerId="ADAL" clId="{C0C47AA7-C158-4AC1-A97B-B43C3364969B}" dt="2022-10-21T13:42:23.720" v="261" actId="20577"/>
        <pc:sldMkLst>
          <pc:docMk/>
          <pc:sldMk cId="2554401699" sldId="1828"/>
        </pc:sldMkLst>
      </pc:sldChg>
    </pc:docChg>
  </pc:docChgLst>
  <pc:docChgLst>
    <pc:chgData name="Roger Rhoades" userId="09b4b200-c8ea-493f-916f-24d862966299" providerId="ADAL" clId="{76D77B44-5583-4606-8BD8-8AB168C9C7AF}"/>
    <pc:docChg chg="custSel modSld">
      <pc:chgData name="Roger Rhoades" userId="09b4b200-c8ea-493f-916f-24d862966299" providerId="ADAL" clId="{76D77B44-5583-4606-8BD8-8AB168C9C7AF}" dt="2023-07-21T16:26:41.303" v="128" actId="20577"/>
      <pc:docMkLst>
        <pc:docMk/>
      </pc:docMkLst>
      <pc:sldChg chg="addSp modSp mod modAnim">
        <pc:chgData name="Roger Rhoades" userId="09b4b200-c8ea-493f-916f-24d862966299" providerId="ADAL" clId="{76D77B44-5583-4606-8BD8-8AB168C9C7AF}" dt="2023-07-21T16:21:28.693" v="97"/>
        <pc:sldMkLst>
          <pc:docMk/>
          <pc:sldMk cId="3594936786" sldId="1825"/>
        </pc:sldMkLst>
      </pc:sldChg>
      <pc:sldChg chg="addSp modSp mod modAnim">
        <pc:chgData name="Roger Rhoades" userId="09b4b200-c8ea-493f-916f-24d862966299" providerId="ADAL" clId="{76D77B44-5583-4606-8BD8-8AB168C9C7AF}" dt="2023-07-21T16:26:41.303" v="128" actId="20577"/>
        <pc:sldMkLst>
          <pc:docMk/>
          <pc:sldMk cId="1779726613" sldId="1826"/>
        </pc:sldMkLst>
      </pc:sldChg>
      <pc:sldChg chg="modSp mod">
        <pc:chgData name="Roger Rhoades" userId="09b4b200-c8ea-493f-916f-24d862966299" providerId="ADAL" clId="{76D77B44-5583-4606-8BD8-8AB168C9C7AF}" dt="2023-07-21T11:49:49.493" v="9" actId="20577"/>
        <pc:sldMkLst>
          <pc:docMk/>
          <pc:sldMk cId="1423704973" sldId="1827"/>
        </pc:sldMkLst>
      </pc:sldChg>
    </pc:docChg>
  </pc:docChgLst>
  <pc:docChgLst>
    <pc:chgData name="Roger Rhoades" userId="09b4b200-c8ea-493f-916f-24d862966299" providerId="ADAL" clId="{9286B16C-D11E-4042-A582-783158C38221}"/>
    <pc:docChg chg="custSel addSld delSld modSld sldOrd">
      <pc:chgData name="Roger Rhoades" userId="09b4b200-c8ea-493f-916f-24d862966299" providerId="ADAL" clId="{9286B16C-D11E-4042-A582-783158C38221}" dt="2025-01-09T09:43:04.876" v="42"/>
      <pc:docMkLst>
        <pc:docMk/>
      </pc:docMkLst>
      <pc:sldChg chg="addSp modSp mod">
        <pc:chgData name="Roger Rhoades" userId="09b4b200-c8ea-493f-916f-24d862966299" providerId="ADAL" clId="{9286B16C-D11E-4042-A582-783158C38221}" dt="2025-01-09T09:23:18.837" v="18" actId="20577"/>
        <pc:sldMkLst>
          <pc:docMk/>
          <pc:sldMk cId="26686852" sldId="1214"/>
        </pc:sldMkLst>
        <pc:spChg chg="add mod">
          <ac:chgData name="Roger Rhoades" userId="09b4b200-c8ea-493f-916f-24d862966299" providerId="ADAL" clId="{9286B16C-D11E-4042-A582-783158C38221}" dt="2025-01-09T09:23:18.837" v="18" actId="20577"/>
          <ac:spMkLst>
            <pc:docMk/>
            <pc:sldMk cId="26686852" sldId="1214"/>
            <ac:spMk id="4" creationId="{D774AD49-B749-37A8-4B4B-EF54DB7DB3D7}"/>
          </ac:spMkLst>
        </pc:spChg>
      </pc:sldChg>
      <pc:sldChg chg="add">
        <pc:chgData name="Roger Rhoades" userId="09b4b200-c8ea-493f-916f-24d862966299" providerId="ADAL" clId="{9286B16C-D11E-4042-A582-783158C38221}" dt="2025-01-09T09:35:24.252" v="33"/>
        <pc:sldMkLst>
          <pc:docMk/>
          <pc:sldMk cId="2325659158" sldId="1815"/>
        </pc:sldMkLst>
      </pc:sldChg>
      <pc:sldChg chg="del">
        <pc:chgData name="Roger Rhoades" userId="09b4b200-c8ea-493f-916f-24d862966299" providerId="ADAL" clId="{9286B16C-D11E-4042-A582-783158C38221}" dt="2025-01-09T09:35:21.974" v="32" actId="2696"/>
        <pc:sldMkLst>
          <pc:docMk/>
          <pc:sldMk cId="3410119660" sldId="1815"/>
        </pc:sldMkLst>
      </pc:sldChg>
      <pc:sldChg chg="add">
        <pc:chgData name="Roger Rhoades" userId="09b4b200-c8ea-493f-916f-24d862966299" providerId="ADAL" clId="{9286B16C-D11E-4042-A582-783158C38221}" dt="2025-01-09T09:26:21.461" v="24"/>
        <pc:sldMkLst>
          <pc:docMk/>
          <pc:sldMk cId="1238222534" sldId="1816"/>
        </pc:sldMkLst>
      </pc:sldChg>
      <pc:sldChg chg="del">
        <pc:chgData name="Roger Rhoades" userId="09b4b200-c8ea-493f-916f-24d862966299" providerId="ADAL" clId="{9286B16C-D11E-4042-A582-783158C38221}" dt="2025-01-09T09:26:15.407" v="23" actId="2696"/>
        <pc:sldMkLst>
          <pc:docMk/>
          <pc:sldMk cId="1360139602" sldId="1816"/>
        </pc:sldMkLst>
      </pc:sldChg>
      <pc:sldChg chg="del">
        <pc:chgData name="Roger Rhoades" userId="09b4b200-c8ea-493f-916f-24d862966299" providerId="ADAL" clId="{9286B16C-D11E-4042-A582-783158C38221}" dt="2025-01-09T09:26:15.407" v="23" actId="2696"/>
        <pc:sldMkLst>
          <pc:docMk/>
          <pc:sldMk cId="3751201182" sldId="1817"/>
        </pc:sldMkLst>
      </pc:sldChg>
      <pc:sldChg chg="add">
        <pc:chgData name="Roger Rhoades" userId="09b4b200-c8ea-493f-916f-24d862966299" providerId="ADAL" clId="{9286B16C-D11E-4042-A582-783158C38221}" dt="2025-01-09T09:26:21.461" v="24"/>
        <pc:sldMkLst>
          <pc:docMk/>
          <pc:sldMk cId="3921470935" sldId="1817"/>
        </pc:sldMkLst>
      </pc:sldChg>
      <pc:sldChg chg="ord">
        <pc:chgData name="Roger Rhoades" userId="09b4b200-c8ea-493f-916f-24d862966299" providerId="ADAL" clId="{9286B16C-D11E-4042-A582-783158C38221}" dt="2025-01-09T09:39:23.619" v="37"/>
        <pc:sldMkLst>
          <pc:docMk/>
          <pc:sldMk cId="375985431" sldId="1823"/>
        </pc:sldMkLst>
      </pc:sldChg>
      <pc:sldChg chg="add">
        <pc:chgData name="Roger Rhoades" userId="09b4b200-c8ea-493f-916f-24d862966299" providerId="ADAL" clId="{9286B16C-D11E-4042-A582-783158C38221}" dt="2025-01-09T09:25:36.902" v="22"/>
        <pc:sldMkLst>
          <pc:docMk/>
          <pc:sldMk cId="205813652" sldId="1825"/>
        </pc:sldMkLst>
      </pc:sldChg>
      <pc:sldChg chg="del">
        <pc:chgData name="Roger Rhoades" userId="09b4b200-c8ea-493f-916f-24d862966299" providerId="ADAL" clId="{9286B16C-D11E-4042-A582-783158C38221}" dt="2025-01-09T09:25:27.390" v="21" actId="2696"/>
        <pc:sldMkLst>
          <pc:docMk/>
          <pc:sldMk cId="329339797" sldId="1825"/>
        </pc:sldMkLst>
      </pc:sldChg>
      <pc:sldChg chg="del">
        <pc:chgData name="Roger Rhoades" userId="09b4b200-c8ea-493f-916f-24d862966299" providerId="ADAL" clId="{9286B16C-D11E-4042-A582-783158C38221}" dt="2025-01-09T09:25:27.390" v="21" actId="2696"/>
        <pc:sldMkLst>
          <pc:docMk/>
          <pc:sldMk cId="499605064" sldId="1826"/>
        </pc:sldMkLst>
      </pc:sldChg>
      <pc:sldChg chg="add">
        <pc:chgData name="Roger Rhoades" userId="09b4b200-c8ea-493f-916f-24d862966299" providerId="ADAL" clId="{9286B16C-D11E-4042-A582-783158C38221}" dt="2025-01-09T09:25:36.902" v="22"/>
        <pc:sldMkLst>
          <pc:docMk/>
          <pc:sldMk cId="747864593" sldId="1826"/>
        </pc:sldMkLst>
      </pc:sldChg>
      <pc:sldChg chg="add mod modShow">
        <pc:chgData name="Roger Rhoades" userId="09b4b200-c8ea-493f-916f-24d862966299" providerId="ADAL" clId="{9286B16C-D11E-4042-A582-783158C38221}" dt="2025-01-09T09:40:42.895" v="39" actId="729"/>
        <pc:sldMkLst>
          <pc:docMk/>
          <pc:sldMk cId="1386915450" sldId="1836"/>
        </pc:sldMkLst>
      </pc:sldChg>
      <pc:sldChg chg="modSp mod">
        <pc:chgData name="Roger Rhoades" userId="09b4b200-c8ea-493f-916f-24d862966299" providerId="ADAL" clId="{9286B16C-D11E-4042-A582-783158C38221}" dt="2025-01-09T09:43:04.876" v="42"/>
        <pc:sldMkLst>
          <pc:docMk/>
          <pc:sldMk cId="1625279859" sldId="1856"/>
        </pc:sldMkLst>
        <pc:graphicFrameChg chg="mod modGraphic">
          <ac:chgData name="Roger Rhoades" userId="09b4b200-c8ea-493f-916f-24d862966299" providerId="ADAL" clId="{9286B16C-D11E-4042-A582-783158C38221}" dt="2025-01-09T09:43:04.876" v="42"/>
          <ac:graphicFrameMkLst>
            <pc:docMk/>
            <pc:sldMk cId="1625279859" sldId="1856"/>
            <ac:graphicFrameMk id="6" creationId="{31D0F302-4CBE-44F3-BE75-494B6D4317B7}"/>
          </ac:graphicFrameMkLst>
        </pc:graphicFrameChg>
      </pc:sldChg>
      <pc:sldChg chg="add del">
        <pc:chgData name="Roger Rhoades" userId="09b4b200-c8ea-493f-916f-24d862966299" providerId="ADAL" clId="{9286B16C-D11E-4042-A582-783158C38221}" dt="2025-01-09T09:26:25.565" v="25" actId="47"/>
        <pc:sldMkLst>
          <pc:docMk/>
          <pc:sldMk cId="600234802" sldId="1858"/>
        </pc:sldMkLst>
      </pc:sldChg>
      <pc:sldChg chg="add">
        <pc:chgData name="Roger Rhoades" userId="09b4b200-c8ea-493f-916f-24d862966299" providerId="ADAL" clId="{9286B16C-D11E-4042-A582-783158C38221}" dt="2025-01-09T09:27:38.530" v="27"/>
        <pc:sldMkLst>
          <pc:docMk/>
          <pc:sldMk cId="2813350007" sldId="1858"/>
        </pc:sldMkLst>
      </pc:sldChg>
      <pc:sldChg chg="delSp add mod">
        <pc:chgData name="Roger Rhoades" userId="09b4b200-c8ea-493f-916f-24d862966299" providerId="ADAL" clId="{9286B16C-D11E-4042-A582-783158C38221}" dt="2025-01-09T09:29:13.934" v="29" actId="478"/>
        <pc:sldMkLst>
          <pc:docMk/>
          <pc:sldMk cId="224261027" sldId="1859"/>
        </pc:sldMkLst>
      </pc:sldChg>
      <pc:sldChg chg="add del">
        <pc:chgData name="Roger Rhoades" userId="09b4b200-c8ea-493f-916f-24d862966299" providerId="ADAL" clId="{9286B16C-D11E-4042-A582-783158C38221}" dt="2025-01-09T09:26:30.834" v="26" actId="47"/>
        <pc:sldMkLst>
          <pc:docMk/>
          <pc:sldMk cId="1913314777" sldId="1859"/>
        </pc:sldMkLst>
      </pc:sldChg>
      <pc:sldChg chg="add mod modShow">
        <pc:chgData name="Roger Rhoades" userId="09b4b200-c8ea-493f-916f-24d862966299" providerId="ADAL" clId="{9286B16C-D11E-4042-A582-783158C38221}" dt="2025-01-09T09:33:55.104" v="31" actId="729"/>
        <pc:sldMkLst>
          <pc:docMk/>
          <pc:sldMk cId="347990628" sldId="1860"/>
        </pc:sldMkLst>
      </pc:sldChg>
      <pc:sldChg chg="add mod modShow">
        <pc:chgData name="Roger Rhoades" userId="09b4b200-c8ea-493f-916f-24d862966299" providerId="ADAL" clId="{9286B16C-D11E-4042-A582-783158C38221}" dt="2025-01-09T09:38:30.246" v="35" actId="729"/>
        <pc:sldMkLst>
          <pc:docMk/>
          <pc:sldMk cId="1856340489" sldId="1861"/>
        </pc:sldMkLst>
      </pc:sldChg>
    </pc:docChg>
  </pc:docChgLst>
  <pc:docChgLst>
    <pc:chgData name="Roger Rhoades" userId="09b4b200-c8ea-493f-916f-24d862966299" providerId="ADAL" clId="{6F400E62-1BA7-426A-A342-781BABE646E8}"/>
    <pc:docChg chg="modSld">
      <pc:chgData name="Roger Rhoades" userId="09b4b200-c8ea-493f-916f-24d862966299" providerId="ADAL" clId="{6F400E62-1BA7-426A-A342-781BABE646E8}" dt="2022-10-07T12:07:02.399" v="36" actId="20577"/>
      <pc:docMkLst>
        <pc:docMk/>
      </pc:docMkLst>
      <pc:sldChg chg="modSp mod">
        <pc:chgData name="Roger Rhoades" userId="09b4b200-c8ea-493f-916f-24d862966299" providerId="ADAL" clId="{6F400E62-1BA7-426A-A342-781BABE646E8}" dt="2022-10-07T12:07:02.399" v="36" actId="20577"/>
        <pc:sldMkLst>
          <pc:docMk/>
          <pc:sldMk cId="19248635" sldId="1820"/>
        </pc:sldMkLst>
      </pc:sldChg>
    </pc:docChg>
  </pc:docChgLst>
  <pc:docChgLst>
    <pc:chgData name="Roger Rhoades" userId="09b4b200-c8ea-493f-916f-24d862966299" providerId="ADAL" clId="{A52C9122-80E3-407D-BE14-375F22AFE10D}"/>
    <pc:docChg chg="addSld delSld modSld">
      <pc:chgData name="Roger Rhoades" userId="09b4b200-c8ea-493f-916f-24d862966299" providerId="ADAL" clId="{A52C9122-80E3-407D-BE14-375F22AFE10D}" dt="2023-09-12T15:05:53.922" v="44"/>
      <pc:docMkLst>
        <pc:docMk/>
      </pc:docMkLst>
      <pc:sldChg chg="del">
        <pc:chgData name="Roger Rhoades" userId="09b4b200-c8ea-493f-916f-24d862966299" providerId="ADAL" clId="{A52C9122-80E3-407D-BE14-375F22AFE10D}" dt="2023-09-12T15:05:46.838" v="43" actId="2696"/>
        <pc:sldMkLst>
          <pc:docMk/>
          <pc:sldMk cId="1672244260" sldId="1790"/>
        </pc:sldMkLst>
      </pc:sldChg>
      <pc:sldChg chg="add">
        <pc:chgData name="Roger Rhoades" userId="09b4b200-c8ea-493f-916f-24d862966299" providerId="ADAL" clId="{A52C9122-80E3-407D-BE14-375F22AFE10D}" dt="2023-09-12T15:05:53.922" v="44"/>
        <pc:sldMkLst>
          <pc:docMk/>
          <pc:sldMk cId="3669647115" sldId="1790"/>
        </pc:sldMkLst>
      </pc:sldChg>
      <pc:sldChg chg="modSp mod">
        <pc:chgData name="Roger Rhoades" userId="09b4b200-c8ea-493f-916f-24d862966299" providerId="ADAL" clId="{A52C9122-80E3-407D-BE14-375F22AFE10D}" dt="2023-09-12T13:28:51.990" v="11" actId="20577"/>
        <pc:sldMkLst>
          <pc:docMk/>
          <pc:sldMk cId="2201965347" sldId="1815"/>
        </pc:sldMkLst>
      </pc:sldChg>
      <pc:sldChg chg="modSp mod">
        <pc:chgData name="Roger Rhoades" userId="09b4b200-c8ea-493f-916f-24d862966299" providerId="ADAL" clId="{A52C9122-80E3-407D-BE14-375F22AFE10D}" dt="2023-09-12T13:34:09.977" v="34" actId="20577"/>
        <pc:sldMkLst>
          <pc:docMk/>
          <pc:sldMk cId="539176066" sldId="1816"/>
        </pc:sldMkLst>
      </pc:sldChg>
      <pc:sldChg chg="del">
        <pc:chgData name="Roger Rhoades" userId="09b4b200-c8ea-493f-916f-24d862966299" providerId="ADAL" clId="{A52C9122-80E3-407D-BE14-375F22AFE10D}" dt="2023-09-12T15:05:46.838" v="43" actId="2696"/>
        <pc:sldMkLst>
          <pc:docMk/>
          <pc:sldMk cId="1863287817" sldId="1819"/>
        </pc:sldMkLst>
      </pc:sldChg>
      <pc:sldChg chg="add">
        <pc:chgData name="Roger Rhoades" userId="09b4b200-c8ea-493f-916f-24d862966299" providerId="ADAL" clId="{A52C9122-80E3-407D-BE14-375F22AFE10D}" dt="2023-09-12T15:05:53.922" v="44"/>
        <pc:sldMkLst>
          <pc:docMk/>
          <pc:sldMk cId="2112153993" sldId="1819"/>
        </pc:sldMkLst>
      </pc:sldChg>
      <pc:sldChg chg="modSp mod">
        <pc:chgData name="Roger Rhoades" userId="09b4b200-c8ea-493f-916f-24d862966299" providerId="ADAL" clId="{A52C9122-80E3-407D-BE14-375F22AFE10D}" dt="2023-09-12T13:51:20.540" v="42" actId="20577"/>
        <pc:sldMkLst>
          <pc:docMk/>
          <pc:sldMk cId="1423704973" sldId="1827"/>
        </pc:sldMkLst>
      </pc:sldChg>
      <pc:sldChg chg="del">
        <pc:chgData name="Roger Rhoades" userId="09b4b200-c8ea-493f-916f-24d862966299" providerId="ADAL" clId="{A52C9122-80E3-407D-BE14-375F22AFE10D}" dt="2023-09-12T15:05:46.838" v="43" actId="2696"/>
        <pc:sldMkLst>
          <pc:docMk/>
          <pc:sldMk cId="2540778486" sldId="1842"/>
        </pc:sldMkLst>
      </pc:sldChg>
      <pc:sldChg chg="add">
        <pc:chgData name="Roger Rhoades" userId="09b4b200-c8ea-493f-916f-24d862966299" providerId="ADAL" clId="{A52C9122-80E3-407D-BE14-375F22AFE10D}" dt="2023-09-12T15:05:53.922" v="44"/>
        <pc:sldMkLst>
          <pc:docMk/>
          <pc:sldMk cId="2713000294" sldId="18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1" cy="497285"/>
          </a:xfrm>
          <a:prstGeom prst="rect">
            <a:avLst/>
          </a:prstGeom>
        </p:spPr>
        <p:txBody>
          <a:bodyPr vert="horz" lIns="91714" tIns="45857" rIns="91714" bIns="45857" rtlCol="0"/>
          <a:lstStyle>
            <a:lvl1pPr algn="l">
              <a:defRPr sz="1200"/>
            </a:lvl1pPr>
          </a:lstStyle>
          <a:p>
            <a:endParaRPr lang="en-US">
              <a:latin typeface="Calibri Light" panose="020F0302020204030204" pitchFamily="34" charset="0"/>
            </a:endParaRPr>
          </a:p>
        </p:txBody>
      </p:sp>
      <p:sp>
        <p:nvSpPr>
          <p:cNvPr id="3" name="Date Placeholder 2"/>
          <p:cNvSpPr>
            <a:spLocks noGrp="1"/>
          </p:cNvSpPr>
          <p:nvPr>
            <p:ph type="dt" sz="quarter" idx="1"/>
          </p:nvPr>
        </p:nvSpPr>
        <p:spPr>
          <a:xfrm>
            <a:off x="3884613" y="0"/>
            <a:ext cx="2971801" cy="497285"/>
          </a:xfrm>
          <a:prstGeom prst="rect">
            <a:avLst/>
          </a:prstGeom>
        </p:spPr>
        <p:txBody>
          <a:bodyPr vert="horz" lIns="91714" tIns="45857" rIns="91714" bIns="45857" rtlCol="0"/>
          <a:lstStyle>
            <a:lvl1pPr algn="r">
              <a:defRPr sz="1200"/>
            </a:lvl1pPr>
          </a:lstStyle>
          <a:p>
            <a:fld id="{864AFED1-54D0-4FA0-B74A-5B0AAA66A316}" type="datetimeFigureOut">
              <a:rPr lang="en-US" smtClean="0">
                <a:latin typeface="Calibri Light" panose="020F0302020204030204" pitchFamily="34" charset="0"/>
              </a:rPr>
              <a:pPr/>
              <a:t>4/3/2025</a:t>
            </a:fld>
            <a:endParaRPr lang="en-US">
              <a:latin typeface="Calibri Light" panose="020F0302020204030204" pitchFamily="34" charset="0"/>
            </a:endParaRPr>
          </a:p>
        </p:txBody>
      </p:sp>
      <p:sp>
        <p:nvSpPr>
          <p:cNvPr id="4" name="Footer Placeholder 3"/>
          <p:cNvSpPr>
            <a:spLocks noGrp="1"/>
          </p:cNvSpPr>
          <p:nvPr>
            <p:ph type="ftr" sz="quarter" idx="2"/>
          </p:nvPr>
        </p:nvSpPr>
        <p:spPr>
          <a:xfrm>
            <a:off x="0" y="9446678"/>
            <a:ext cx="2971801" cy="497285"/>
          </a:xfrm>
          <a:prstGeom prst="rect">
            <a:avLst/>
          </a:prstGeom>
        </p:spPr>
        <p:txBody>
          <a:bodyPr vert="horz" lIns="91714" tIns="45857" rIns="91714" bIns="45857" rtlCol="0" anchor="b"/>
          <a:lstStyle>
            <a:lvl1pPr algn="l">
              <a:defRPr sz="1200"/>
            </a:lvl1pPr>
          </a:lstStyle>
          <a:p>
            <a:endParaRPr lang="en-US">
              <a:latin typeface="Calibri Light" panose="020F0302020204030204" pitchFamily="34" charset="0"/>
            </a:endParaRPr>
          </a:p>
        </p:txBody>
      </p:sp>
      <p:sp>
        <p:nvSpPr>
          <p:cNvPr id="5" name="Slide Number Placeholder 4"/>
          <p:cNvSpPr>
            <a:spLocks noGrp="1"/>
          </p:cNvSpPr>
          <p:nvPr>
            <p:ph type="sldNum" sz="quarter" idx="3"/>
          </p:nvPr>
        </p:nvSpPr>
        <p:spPr>
          <a:xfrm>
            <a:off x="3884613" y="9446678"/>
            <a:ext cx="2971801" cy="497285"/>
          </a:xfrm>
          <a:prstGeom prst="rect">
            <a:avLst/>
          </a:prstGeom>
        </p:spPr>
        <p:txBody>
          <a:bodyPr vert="horz" lIns="91714" tIns="45857" rIns="91714" bIns="45857" rtlCol="0" anchor="b"/>
          <a:lstStyle>
            <a:lvl1pPr algn="r">
              <a:defRPr sz="1200"/>
            </a:lvl1pPr>
          </a:lstStyle>
          <a:p>
            <a:fld id="{BFF7E25C-F872-466E-9D3B-FD8AD27474DF}" type="slidenum">
              <a:rPr lang="en-US" smtClean="0">
                <a:latin typeface="Calibri Light" panose="020F0302020204030204" pitchFamily="34" charset="0"/>
              </a:rPr>
              <a:pPr/>
              <a:t>‹#›</a:t>
            </a:fld>
            <a:endParaRPr lang="en-US">
              <a:latin typeface="Calibri Light" panose="020F0302020204030204" pitchFamily="34" charset="0"/>
            </a:endParaRPr>
          </a:p>
        </p:txBody>
      </p:sp>
      <p:sp>
        <p:nvSpPr>
          <p:cNvPr id="7" name="TextBox 6"/>
          <p:cNvSpPr txBox="1"/>
          <p:nvPr/>
        </p:nvSpPr>
        <p:spPr>
          <a:xfrm>
            <a:off x="228599" y="9531284"/>
            <a:ext cx="2281947" cy="261887"/>
          </a:xfrm>
          <a:prstGeom prst="rect">
            <a:avLst/>
          </a:prstGeom>
          <a:noFill/>
        </p:spPr>
        <p:txBody>
          <a:bodyPr wrap="none" lIns="91714" tIns="45857" rIns="91714" bIns="45857" rtlCol="0">
            <a:spAutoFit/>
          </a:bodyPr>
          <a:lstStyle/>
          <a:p>
            <a:r>
              <a:rPr lang="en-US" sz="1100">
                <a:latin typeface="Calibri Light" panose="020F0302020204030204" pitchFamily="34" charset="0"/>
              </a:rPr>
              <a:t>Copyright Albion. All rights reserved. </a:t>
            </a:r>
          </a:p>
        </p:txBody>
      </p:sp>
    </p:spTree>
    <p:extLst>
      <p:ext uri="{BB962C8B-B14F-4D97-AF65-F5344CB8AC3E}">
        <p14:creationId xmlns:p14="http://schemas.microsoft.com/office/powerpoint/2010/main" val="3569762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1" cy="497285"/>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lvl1pPr>
              <a:defRPr sz="1200">
                <a:latin typeface="Calibri Light" panose="020F0302020204030204" pitchFamily="34" charset="0"/>
              </a:defRPr>
            </a:lvl1pPr>
          </a:lstStyle>
          <a:p>
            <a:pPr>
              <a:defRPr/>
            </a:pPr>
            <a:endParaRPr lang="en-US"/>
          </a:p>
        </p:txBody>
      </p:sp>
      <p:sp>
        <p:nvSpPr>
          <p:cNvPr id="9219" name="Rectangle 3"/>
          <p:cNvSpPr>
            <a:spLocks noGrp="1" noChangeArrowheads="1"/>
          </p:cNvSpPr>
          <p:nvPr>
            <p:ph type="dt" idx="1"/>
          </p:nvPr>
        </p:nvSpPr>
        <p:spPr bwMode="auto">
          <a:xfrm>
            <a:off x="3884613" y="0"/>
            <a:ext cx="2971801" cy="497285"/>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lvl1pPr algn="r">
              <a:defRPr sz="1200">
                <a:latin typeface="Calibri Light" panose="020F0302020204030204" pitchFamily="34"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736600" y="746125"/>
            <a:ext cx="5384800" cy="3729038"/>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685801" y="4724203"/>
            <a:ext cx="5486400" cy="4475560"/>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9446678"/>
            <a:ext cx="2971801" cy="497285"/>
          </a:xfrm>
          <a:prstGeom prst="rect">
            <a:avLst/>
          </a:prstGeom>
          <a:noFill/>
          <a:ln w="9525">
            <a:noFill/>
            <a:miter lim="800000"/>
            <a:headEnd/>
            <a:tailEnd/>
          </a:ln>
          <a:effectLst/>
        </p:spPr>
        <p:txBody>
          <a:bodyPr vert="horz" wrap="square" lIns="91714" tIns="45857" rIns="91714" bIns="45857" numCol="1" anchor="b" anchorCtr="0" compatLnSpc="1">
            <a:prstTxWarp prst="textNoShape">
              <a:avLst/>
            </a:prstTxWarp>
          </a:bodyPr>
          <a:lstStyle>
            <a:lvl1pPr>
              <a:defRPr sz="1200">
                <a:latin typeface="Calibri Light" panose="020F0302020204030204" pitchFamily="34" charset="0"/>
              </a:defRPr>
            </a:lvl1pPr>
          </a:lstStyle>
          <a:p>
            <a:pPr>
              <a:defRPr/>
            </a:pPr>
            <a:endParaRPr lang="en-US"/>
          </a:p>
        </p:txBody>
      </p:sp>
      <p:sp>
        <p:nvSpPr>
          <p:cNvPr id="9223" name="Rectangle 7"/>
          <p:cNvSpPr>
            <a:spLocks noGrp="1" noChangeArrowheads="1"/>
          </p:cNvSpPr>
          <p:nvPr>
            <p:ph type="sldNum" sz="quarter" idx="5"/>
          </p:nvPr>
        </p:nvSpPr>
        <p:spPr bwMode="auto">
          <a:xfrm>
            <a:off x="3884613" y="9446678"/>
            <a:ext cx="2971801" cy="497285"/>
          </a:xfrm>
          <a:prstGeom prst="rect">
            <a:avLst/>
          </a:prstGeom>
          <a:noFill/>
          <a:ln w="9525">
            <a:noFill/>
            <a:miter lim="800000"/>
            <a:headEnd/>
            <a:tailEnd/>
          </a:ln>
          <a:effectLst/>
        </p:spPr>
        <p:txBody>
          <a:bodyPr vert="horz" wrap="square" lIns="91714" tIns="45857" rIns="91714" bIns="45857" numCol="1" anchor="b" anchorCtr="0" compatLnSpc="1">
            <a:prstTxWarp prst="textNoShape">
              <a:avLst/>
            </a:prstTxWarp>
          </a:bodyPr>
          <a:lstStyle>
            <a:lvl1pPr algn="r">
              <a:defRPr sz="1200">
                <a:latin typeface="Calibri Light" panose="020F0302020204030204" pitchFamily="34" charset="0"/>
              </a:defRPr>
            </a:lvl1pPr>
          </a:lstStyle>
          <a:p>
            <a:pPr>
              <a:defRPr/>
            </a:pPr>
            <a:fld id="{31517F5B-1651-4A58-8BC4-6FF6F20BB9E2}" type="slidenum">
              <a:rPr lang="en-US" smtClean="0"/>
              <a:pPr>
                <a:defRPr/>
              </a:pPr>
              <a:t>‹#›</a:t>
            </a:fld>
            <a:endParaRPr lang="en-US"/>
          </a:p>
        </p:txBody>
      </p:sp>
    </p:spTree>
    <p:extLst>
      <p:ext uri="{BB962C8B-B14F-4D97-AF65-F5344CB8AC3E}">
        <p14:creationId xmlns:p14="http://schemas.microsoft.com/office/powerpoint/2010/main" val="40340469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defRPr/>
            </a:pPr>
            <a:fld id="{31517F5B-1651-4A58-8BC4-6FF6F20BB9E2}" type="slidenum">
              <a:rPr lang="de-DE" smtClean="0"/>
              <a:pPr>
                <a:defRPr/>
              </a:pPr>
              <a:t>1</a:t>
            </a:fld>
            <a:endParaRPr lang="de-DE"/>
          </a:p>
        </p:txBody>
      </p:sp>
    </p:spTree>
    <p:extLst>
      <p:ext uri="{BB962C8B-B14F-4D97-AF65-F5344CB8AC3E}">
        <p14:creationId xmlns:p14="http://schemas.microsoft.com/office/powerpoint/2010/main" val="1918628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2</a:t>
            </a:fld>
            <a:endParaRPr lang="de-DE"/>
          </a:p>
        </p:txBody>
      </p:sp>
    </p:spTree>
    <p:extLst>
      <p:ext uri="{BB962C8B-B14F-4D97-AF65-F5344CB8AC3E}">
        <p14:creationId xmlns:p14="http://schemas.microsoft.com/office/powerpoint/2010/main" val="2468024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5</a:t>
            </a:fld>
            <a:endParaRPr lang="de-DE"/>
          </a:p>
        </p:txBody>
      </p:sp>
    </p:spTree>
    <p:extLst>
      <p:ext uri="{BB962C8B-B14F-4D97-AF65-F5344CB8AC3E}">
        <p14:creationId xmlns:p14="http://schemas.microsoft.com/office/powerpoint/2010/main" val="325362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13</a:t>
            </a:fld>
            <a:endParaRPr lang="de-DE"/>
          </a:p>
        </p:txBody>
      </p:sp>
    </p:spTree>
    <p:extLst>
      <p:ext uri="{BB962C8B-B14F-4D97-AF65-F5344CB8AC3E}">
        <p14:creationId xmlns:p14="http://schemas.microsoft.com/office/powerpoint/2010/main" val="683533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17</a:t>
            </a:fld>
            <a:endParaRPr lang="de-DE"/>
          </a:p>
        </p:txBody>
      </p:sp>
    </p:spTree>
    <p:extLst>
      <p:ext uri="{BB962C8B-B14F-4D97-AF65-F5344CB8AC3E}">
        <p14:creationId xmlns:p14="http://schemas.microsoft.com/office/powerpoint/2010/main" val="4033707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23</a:t>
            </a:fld>
            <a:endParaRPr lang="de-DE"/>
          </a:p>
        </p:txBody>
      </p:sp>
    </p:spTree>
    <p:extLst>
      <p:ext uri="{BB962C8B-B14F-4D97-AF65-F5344CB8AC3E}">
        <p14:creationId xmlns:p14="http://schemas.microsoft.com/office/powerpoint/2010/main" val="3951649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31</a:t>
            </a:fld>
            <a:endParaRPr lang="de-DE"/>
          </a:p>
        </p:txBody>
      </p:sp>
    </p:spTree>
    <p:extLst>
      <p:ext uri="{BB962C8B-B14F-4D97-AF65-F5344CB8AC3E}">
        <p14:creationId xmlns:p14="http://schemas.microsoft.com/office/powerpoint/2010/main" val="730350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39</a:t>
            </a:fld>
            <a:endParaRPr lang="de-DE"/>
          </a:p>
        </p:txBody>
      </p:sp>
    </p:spTree>
    <p:extLst>
      <p:ext uri="{BB962C8B-B14F-4D97-AF65-F5344CB8AC3E}">
        <p14:creationId xmlns:p14="http://schemas.microsoft.com/office/powerpoint/2010/main" val="1167789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40</a:t>
            </a:fld>
            <a:endParaRPr lang="de-DE"/>
          </a:p>
        </p:txBody>
      </p:sp>
    </p:spTree>
    <p:extLst>
      <p:ext uri="{BB962C8B-B14F-4D97-AF65-F5344CB8AC3E}">
        <p14:creationId xmlns:p14="http://schemas.microsoft.com/office/powerpoint/2010/main" val="1753091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47</a:t>
            </a:fld>
            <a:endParaRPr lang="de-DE"/>
          </a:p>
        </p:txBody>
      </p:sp>
    </p:spTree>
    <p:extLst>
      <p:ext uri="{BB962C8B-B14F-4D97-AF65-F5344CB8AC3E}">
        <p14:creationId xmlns:p14="http://schemas.microsoft.com/office/powerpoint/2010/main" val="3299106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defRPr/>
            </a:pPr>
            <a:fld id="{31517F5B-1651-4A58-8BC4-6FF6F20BB9E2}" type="slidenum">
              <a:rPr lang="de-DE" smtClean="0"/>
              <a:pPr>
                <a:defRPr/>
              </a:pPr>
              <a:t>50</a:t>
            </a:fld>
            <a:endParaRPr lang="de-DE"/>
          </a:p>
        </p:txBody>
      </p:sp>
    </p:spTree>
    <p:extLst>
      <p:ext uri="{BB962C8B-B14F-4D97-AF65-F5344CB8AC3E}">
        <p14:creationId xmlns:p14="http://schemas.microsoft.com/office/powerpoint/2010/main" val="253503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80" y="1709740"/>
            <a:ext cx="8925320" cy="2852737"/>
          </a:xfrm>
        </p:spPr>
        <p:txBody>
          <a:bodyPr anchor="b"/>
          <a:lstStyle>
            <a:lvl1pPr>
              <a:defRPr sz="5999"/>
            </a:lvl1pPr>
          </a:lstStyle>
          <a:p>
            <a:r>
              <a:rPr lang="de-DE"/>
              <a:t>Click to </a:t>
            </a:r>
            <a:r>
              <a:rPr lang="de-DE" err="1"/>
              <a:t>edit</a:t>
            </a:r>
            <a:r>
              <a:rPr lang="de-DE"/>
              <a:t> Master title style</a:t>
            </a:r>
          </a:p>
        </p:txBody>
      </p:sp>
      <p:sp>
        <p:nvSpPr>
          <p:cNvPr id="3" name="Text Placeholder 2"/>
          <p:cNvSpPr>
            <a:spLocks noGrp="1"/>
          </p:cNvSpPr>
          <p:nvPr>
            <p:ph type="body" idx="1" hasCustomPrompt="1"/>
          </p:nvPr>
        </p:nvSpPr>
        <p:spPr>
          <a:xfrm>
            <a:off x="675880" y="4589466"/>
            <a:ext cx="8925320" cy="1500187"/>
          </a:xfrm>
        </p:spPr>
        <p:txBody>
          <a:bodyPr/>
          <a:lstStyle>
            <a:lvl1pPr marL="0" indent="0">
              <a:buNone/>
              <a:defRPr sz="2400">
                <a:solidFill>
                  <a:schemeClr val="tx1"/>
                </a:solidFill>
              </a:defRPr>
            </a:lvl1pPr>
            <a:lvl2pPr marL="457181" indent="0">
              <a:buNone/>
              <a:defRPr sz="2000">
                <a:solidFill>
                  <a:schemeClr val="tx1">
                    <a:tint val="75000"/>
                  </a:schemeClr>
                </a:solidFill>
              </a:defRPr>
            </a:lvl2pPr>
            <a:lvl3pPr marL="914361" indent="0">
              <a:buNone/>
              <a:defRPr sz="1800">
                <a:solidFill>
                  <a:schemeClr val="tx1">
                    <a:tint val="75000"/>
                  </a:schemeClr>
                </a:solidFill>
              </a:defRPr>
            </a:lvl3pPr>
            <a:lvl4pPr marL="1371543" indent="0">
              <a:buNone/>
              <a:defRPr sz="1600">
                <a:solidFill>
                  <a:schemeClr val="tx1">
                    <a:tint val="75000"/>
                  </a:schemeClr>
                </a:solidFill>
              </a:defRPr>
            </a:lvl4pPr>
            <a:lvl5pPr marL="1828724" indent="0">
              <a:buNone/>
              <a:defRPr sz="1600">
                <a:solidFill>
                  <a:schemeClr val="tx1">
                    <a:tint val="75000"/>
                  </a:schemeClr>
                </a:solidFill>
              </a:defRPr>
            </a:lvl5pPr>
            <a:lvl6pPr marL="2285904" indent="0">
              <a:buNone/>
              <a:defRPr sz="1600">
                <a:solidFill>
                  <a:schemeClr val="tx1">
                    <a:tint val="75000"/>
                  </a:schemeClr>
                </a:solidFill>
              </a:defRPr>
            </a:lvl6pPr>
            <a:lvl7pPr marL="2743085" indent="0">
              <a:buNone/>
              <a:defRPr sz="1600">
                <a:solidFill>
                  <a:schemeClr val="tx1">
                    <a:tint val="75000"/>
                  </a:schemeClr>
                </a:solidFill>
              </a:defRPr>
            </a:lvl7pPr>
            <a:lvl8pPr marL="3200266" indent="0">
              <a:buNone/>
              <a:defRPr sz="1600">
                <a:solidFill>
                  <a:schemeClr val="tx1">
                    <a:tint val="75000"/>
                  </a:schemeClr>
                </a:solidFill>
              </a:defRPr>
            </a:lvl8pPr>
            <a:lvl9pPr marL="3657447" indent="0">
              <a:buNone/>
              <a:defRPr sz="1600">
                <a:solidFill>
                  <a:schemeClr val="tx1">
                    <a:tint val="75000"/>
                  </a:schemeClr>
                </a:solidFill>
              </a:defRPr>
            </a:lvl9pPr>
          </a:lstStyle>
          <a:p>
            <a:pPr lvl="0"/>
            <a:r>
              <a:rPr lang="de-DE"/>
              <a:t>Edit Master </a:t>
            </a:r>
            <a:r>
              <a:rPr lang="de-DE" err="1"/>
              <a:t>text</a:t>
            </a:r>
            <a:r>
              <a:rPr lang="de-DE"/>
              <a:t> </a:t>
            </a:r>
            <a:r>
              <a:rPr lang="de-DE" err="1"/>
              <a:t>styles</a:t>
            </a:r>
            <a:endParaRPr lang="de-DE"/>
          </a:p>
        </p:txBody>
      </p:sp>
      <p:sp>
        <p:nvSpPr>
          <p:cNvPr id="4" name="Date Placeholder 3"/>
          <p:cNvSpPr>
            <a:spLocks noGrp="1"/>
          </p:cNvSpPr>
          <p:nvPr>
            <p:ph type="dt" sz="half" idx="10"/>
          </p:nvPr>
        </p:nvSpPr>
        <p:spPr/>
        <p:txBody>
          <a:bodyPr/>
          <a:lstStyle/>
          <a:p>
            <a:fld id="{4FCB603C-8E4C-4E63-A6BE-CD08CE0354F1}"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a:t>
            </a:fld>
            <a:endParaRPr lang="de-DE">
              <a:solidFill>
                <a:prstClr val="black"/>
              </a:solidFill>
            </a:endParaRPr>
          </a:p>
        </p:txBody>
      </p:sp>
    </p:spTree>
    <p:extLst>
      <p:ext uri="{BB962C8B-B14F-4D97-AF65-F5344CB8AC3E}">
        <p14:creationId xmlns:p14="http://schemas.microsoft.com/office/powerpoint/2010/main" val="423687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Click To Edit Master Title Style</a:t>
            </a:r>
          </a:p>
        </p:txBody>
      </p:sp>
      <p:sp>
        <p:nvSpPr>
          <p:cNvPr id="3" name="Content Placeholder 2"/>
          <p:cNvSpPr>
            <a:spLocks noGrp="1"/>
          </p:cNvSpPr>
          <p:nvPr>
            <p:ph idx="1" hasCustomPrompt="1"/>
          </p:nvPr>
        </p:nvSpPr>
        <p:spPr>
          <a:xfrm>
            <a:off x="541658" y="1040921"/>
            <a:ext cx="9144001" cy="5536963"/>
          </a:xfrm>
        </p:spPr>
        <p:txBody>
          <a:bodyPr/>
          <a:lstStyle>
            <a:lvl1pPr marL="265102" indent="-265102">
              <a:defRPr/>
            </a:lvl1pPr>
            <a:lvl2pPr marL="538141" indent="-273038">
              <a:defRPr/>
            </a:lvl2pPr>
            <a:lvl3pPr marL="803241" indent="-265102">
              <a:defRPr/>
            </a:lvl3pPr>
            <a:lvl4pPr marL="1076280" indent="-273038">
              <a:defRPr/>
            </a:lvl4pPr>
            <a:lvl5pPr marL="1341382" indent="-265102">
              <a:defRPr/>
            </a:lvl5p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4" name="Date Placeholder 3"/>
          <p:cNvSpPr>
            <a:spLocks noGrp="1"/>
          </p:cNvSpPr>
          <p:nvPr>
            <p:ph type="dt" sz="half" idx="10"/>
          </p:nvPr>
        </p:nvSpPr>
        <p:spPr/>
        <p:txBody>
          <a:bodyPr/>
          <a:lstStyle/>
          <a:p>
            <a:fld id="{4BAAAF35-0170-455B-B95A-FEC07BA4311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a:t>
            </a:fld>
            <a:endParaRPr lang="de-DE">
              <a:solidFill>
                <a:prstClr val="black"/>
              </a:solidFill>
            </a:endParaRPr>
          </a:p>
        </p:txBody>
      </p:sp>
    </p:spTree>
    <p:extLst>
      <p:ext uri="{BB962C8B-B14F-4D97-AF65-F5344CB8AC3E}">
        <p14:creationId xmlns:p14="http://schemas.microsoft.com/office/powerpoint/2010/main" val="772802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n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E5D3D-4BB2-4EAA-885A-4F53880C1C9B}"/>
              </a:ext>
            </a:extLst>
          </p:cNvPr>
          <p:cNvSpPr>
            <a:spLocks noGrp="1"/>
          </p:cNvSpPr>
          <p:nvPr>
            <p:ph type="title" hasCustomPrompt="1"/>
          </p:nvPr>
        </p:nvSpPr>
        <p:spPr/>
        <p:txBody>
          <a:bodyPr/>
          <a:lstStyle/>
          <a:p>
            <a:r>
              <a:rPr lang="de-DE"/>
              <a:t>Click To Edit Master Title Style</a:t>
            </a:r>
          </a:p>
        </p:txBody>
      </p:sp>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E714842A-915F-4E5D-BCC1-168230C7F0FE}"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a:t>
            </a:fld>
            <a:endParaRPr lang="de-DE">
              <a:solidFill>
                <a:prstClr val="black"/>
              </a:solidFill>
            </a:endParaRPr>
          </a:p>
        </p:txBody>
      </p:sp>
    </p:spTree>
    <p:extLst>
      <p:ext uri="{BB962C8B-B14F-4D97-AF65-F5344CB8AC3E}">
        <p14:creationId xmlns:p14="http://schemas.microsoft.com/office/powerpoint/2010/main" val="381019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9A0CC693-C988-44D8-B896-875D78BEA2E2}"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a:t>
            </a:fld>
            <a:endParaRPr lang="de-DE">
              <a:solidFill>
                <a:prstClr val="black"/>
              </a:solidFill>
            </a:endParaRPr>
          </a:p>
        </p:txBody>
      </p:sp>
    </p:spTree>
    <p:extLst>
      <p:ext uri="{BB962C8B-B14F-4D97-AF65-F5344CB8AC3E}">
        <p14:creationId xmlns:p14="http://schemas.microsoft.com/office/powerpoint/2010/main" val="3300974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enter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7025E2-1887-4376-B84D-96842B30B1B6}"/>
              </a:ext>
            </a:extLst>
          </p:cNvPr>
          <p:cNvSpPr>
            <a:spLocks noGrp="1"/>
          </p:cNvSpPr>
          <p:nvPr>
            <p:ph type="dt" sz="half" idx="10"/>
          </p:nvPr>
        </p:nvSpPr>
        <p:spPr/>
        <p:txBody>
          <a:bodyPr/>
          <a:lstStyle/>
          <a:p>
            <a:fld id="{CFD26818-0FFB-4904-9E9E-DA5CC763301A}"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FB279735-353A-492F-913A-C9F42B830AA0}"/>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BF4EC4BC-54C4-44C2-A53A-853840E41A58}"/>
              </a:ext>
            </a:extLst>
          </p:cNvPr>
          <p:cNvSpPr>
            <a:spLocks noGrp="1"/>
          </p:cNvSpPr>
          <p:nvPr>
            <p:ph type="sldNum" sz="quarter" idx="12"/>
          </p:nvPr>
        </p:nvSpPr>
        <p:spPr/>
        <p:txBody>
          <a:bodyPr/>
          <a:lstStyle/>
          <a:p>
            <a:fld id="{DC65F2A6-DE86-5747-A2A3-FFB413B14C70}" type="slidenum">
              <a:rPr lang="de-DE" smtClean="0">
                <a:solidFill>
                  <a:prstClr val="black"/>
                </a:solidFill>
              </a:rPr>
              <a:pPr/>
              <a:t>‹#›</a:t>
            </a:fld>
            <a:endParaRPr lang="de-DE">
              <a:solidFill>
                <a:prstClr val="black"/>
              </a:solidFill>
            </a:endParaRPr>
          </a:p>
        </p:txBody>
      </p:sp>
      <p:sp>
        <p:nvSpPr>
          <p:cNvPr id="6" name="Text Placeholder 2">
            <a:extLst>
              <a:ext uri="{FF2B5EF4-FFF2-40B4-BE49-F238E27FC236}">
                <a16:creationId xmlns:a16="http://schemas.microsoft.com/office/drawing/2014/main" id="{CF036C3D-A85E-4C5F-AFE8-4CFCF52118EE}"/>
              </a:ext>
            </a:extLst>
          </p:cNvPr>
          <p:cNvSpPr>
            <a:spLocks noGrp="1"/>
          </p:cNvSpPr>
          <p:nvPr>
            <p:ph idx="1" hasCustomPrompt="1"/>
          </p:nvPr>
        </p:nvSpPr>
        <p:spPr>
          <a:xfrm>
            <a:off x="541658" y="228601"/>
            <a:ext cx="9144001" cy="6375161"/>
          </a:xfrm>
          <a:prstGeom prst="rect">
            <a:avLst/>
          </a:prstGeom>
        </p:spPr>
        <p:txBody>
          <a:bodyPr vert="horz" lIns="0" tIns="0" rIns="0" bIns="0" rtlCol="0" anchor="ctr">
            <a:normAutofit/>
          </a:bodyPr>
          <a:lstStyle>
            <a:lvl1pPr marL="0" indent="0" algn="ctr">
              <a:buNone/>
              <a:defRPr sz="4000"/>
            </a:lvl1pPr>
          </a:lstStyle>
          <a:p>
            <a:pPr lvl="0"/>
            <a:r>
              <a:rPr lang="de-DE"/>
              <a:t>Edit Master </a:t>
            </a:r>
            <a:r>
              <a:rPr lang="de-DE" err="1"/>
              <a:t>text</a:t>
            </a:r>
            <a:r>
              <a:rPr lang="de-DE"/>
              <a:t> </a:t>
            </a:r>
            <a:r>
              <a:rPr lang="de-DE" err="1"/>
              <a:t>styles</a:t>
            </a:r>
            <a:endParaRPr lang="de-DE"/>
          </a:p>
        </p:txBody>
      </p:sp>
    </p:spTree>
    <p:extLst>
      <p:ext uri="{BB962C8B-B14F-4D97-AF65-F5344CB8AC3E}">
        <p14:creationId xmlns:p14="http://schemas.microsoft.com/office/powerpoint/2010/main" val="2198935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992074" cy="1325563"/>
          </a:xfrm>
        </p:spPr>
        <p:txBody>
          <a:bodyPr/>
          <a:lstStyle/>
          <a:p>
            <a:r>
              <a:rPr lang="de-DE"/>
              <a:t>Click to </a:t>
            </a:r>
            <a:r>
              <a:rPr lang="de-DE" err="1"/>
              <a:t>edit</a:t>
            </a:r>
            <a:r>
              <a:rPr lang="de-DE"/>
              <a:t> Master title style</a:t>
            </a:r>
          </a:p>
        </p:txBody>
      </p:sp>
      <p:sp>
        <p:nvSpPr>
          <p:cNvPr id="3" name="Text Placeholder 2"/>
          <p:cNvSpPr>
            <a:spLocks noGrp="1"/>
          </p:cNvSpPr>
          <p:nvPr>
            <p:ph type="body" idx="1" hasCustomPrompt="1"/>
          </p:nvPr>
        </p:nvSpPr>
        <p:spPr>
          <a:xfrm>
            <a:off x="682330" y="1681164"/>
            <a:ext cx="4190702"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de-DE"/>
              <a:t>Edit Master </a:t>
            </a:r>
            <a:r>
              <a:rPr lang="de-DE" err="1"/>
              <a:t>text</a:t>
            </a:r>
            <a:r>
              <a:rPr lang="de-DE"/>
              <a:t> </a:t>
            </a:r>
            <a:r>
              <a:rPr lang="de-DE" err="1"/>
              <a:t>styles</a:t>
            </a:r>
            <a:endParaRPr lang="de-DE"/>
          </a:p>
        </p:txBody>
      </p:sp>
      <p:sp>
        <p:nvSpPr>
          <p:cNvPr id="4" name="Content Placeholder 3"/>
          <p:cNvSpPr>
            <a:spLocks noGrp="1"/>
          </p:cNvSpPr>
          <p:nvPr>
            <p:ph sz="half" idx="2" hasCustomPrompt="1"/>
          </p:nvPr>
        </p:nvSpPr>
        <p:spPr>
          <a:xfrm>
            <a:off x="682330" y="2505075"/>
            <a:ext cx="4190702" cy="4098687"/>
          </a:xfrm>
        </p:spPr>
        <p:txBody>
          <a:body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5" name="Text Placeholder 4"/>
          <p:cNvSpPr>
            <a:spLocks noGrp="1"/>
          </p:cNvSpPr>
          <p:nvPr>
            <p:ph type="body" sz="quarter" idx="3" hasCustomPrompt="1"/>
          </p:nvPr>
        </p:nvSpPr>
        <p:spPr>
          <a:xfrm>
            <a:off x="5014912" y="1681164"/>
            <a:ext cx="4586287"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de-DE"/>
              <a:t>Edit Master </a:t>
            </a:r>
            <a:r>
              <a:rPr lang="de-DE" err="1"/>
              <a:t>text</a:t>
            </a:r>
            <a:r>
              <a:rPr lang="de-DE"/>
              <a:t> </a:t>
            </a:r>
            <a:r>
              <a:rPr lang="de-DE" err="1"/>
              <a:t>styles</a:t>
            </a:r>
            <a:endParaRPr lang="de-DE"/>
          </a:p>
        </p:txBody>
      </p:sp>
      <p:sp>
        <p:nvSpPr>
          <p:cNvPr id="6" name="Content Placeholder 5"/>
          <p:cNvSpPr>
            <a:spLocks noGrp="1"/>
          </p:cNvSpPr>
          <p:nvPr>
            <p:ph sz="quarter" idx="4" hasCustomPrompt="1"/>
          </p:nvPr>
        </p:nvSpPr>
        <p:spPr>
          <a:xfrm>
            <a:off x="5014912" y="2505075"/>
            <a:ext cx="4586287" cy="4098687"/>
          </a:xfrm>
        </p:spPr>
        <p:txBody>
          <a:body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7" name="Date Placeholder 6"/>
          <p:cNvSpPr>
            <a:spLocks noGrp="1"/>
          </p:cNvSpPr>
          <p:nvPr>
            <p:ph type="dt" sz="half" idx="10"/>
          </p:nvPr>
        </p:nvSpPr>
        <p:spPr/>
        <p:txBody>
          <a:bodyPr/>
          <a:lstStyle/>
          <a:p>
            <a:fld id="{1F78FBF9-5FFA-4E1E-8F07-2B00669D171A}"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8" name="Footer Placeholder 7"/>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9" name="Slide Number Placeholder 8"/>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a:t>
            </a:fld>
            <a:endParaRPr lang="de-DE">
              <a:solidFill>
                <a:prstClr val="black"/>
              </a:solidFill>
            </a:endParaRPr>
          </a:p>
        </p:txBody>
      </p:sp>
    </p:spTree>
    <p:extLst>
      <p:ext uri="{BB962C8B-B14F-4D97-AF65-F5344CB8AC3E}">
        <p14:creationId xmlns:p14="http://schemas.microsoft.com/office/powerpoint/2010/main" val="3889032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4" cy="1600200"/>
          </a:xfrm>
        </p:spPr>
        <p:txBody>
          <a:bodyPr anchor="b"/>
          <a:lstStyle>
            <a:lvl1pPr>
              <a:defRPr sz="3200"/>
            </a:lvl1pPr>
          </a:lstStyle>
          <a:p>
            <a:r>
              <a:rPr lang="de-DE"/>
              <a:t>Click to </a:t>
            </a:r>
            <a:r>
              <a:rPr lang="de-DE" err="1"/>
              <a:t>edit</a:t>
            </a:r>
            <a:r>
              <a:rPr lang="de-DE"/>
              <a:t> Master title style</a:t>
            </a:r>
          </a:p>
        </p:txBody>
      </p:sp>
      <p:sp>
        <p:nvSpPr>
          <p:cNvPr id="3" name="Content Placeholder 2"/>
          <p:cNvSpPr>
            <a:spLocks noGrp="1"/>
          </p:cNvSpPr>
          <p:nvPr>
            <p:ph idx="1" hasCustomPrompt="1"/>
          </p:nvPr>
        </p:nvSpPr>
        <p:spPr>
          <a:xfrm>
            <a:off x="4211340" y="457201"/>
            <a:ext cx="5389861" cy="612947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4" name="Text Placeholder 3"/>
          <p:cNvSpPr>
            <a:spLocks noGrp="1"/>
          </p:cNvSpPr>
          <p:nvPr>
            <p:ph type="body" sz="half" idx="2" hasCustomPrompt="1"/>
          </p:nvPr>
        </p:nvSpPr>
        <p:spPr>
          <a:xfrm>
            <a:off x="682328" y="2057401"/>
            <a:ext cx="3194944" cy="4529269"/>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de-DE"/>
              <a:t>Edit Master </a:t>
            </a:r>
            <a:r>
              <a:rPr lang="de-DE" err="1"/>
              <a:t>text</a:t>
            </a:r>
            <a:r>
              <a:rPr lang="de-DE"/>
              <a:t> </a:t>
            </a:r>
            <a:r>
              <a:rPr lang="de-DE" err="1"/>
              <a:t>styles</a:t>
            </a:r>
            <a:endParaRPr lang="de-DE"/>
          </a:p>
        </p:txBody>
      </p:sp>
      <p:sp>
        <p:nvSpPr>
          <p:cNvPr id="5" name="Date Placeholder 4"/>
          <p:cNvSpPr>
            <a:spLocks noGrp="1"/>
          </p:cNvSpPr>
          <p:nvPr>
            <p:ph type="dt" sz="half" idx="10"/>
          </p:nvPr>
        </p:nvSpPr>
        <p:spPr/>
        <p:txBody>
          <a:bodyPr/>
          <a:lstStyle/>
          <a:p>
            <a:fld id="{D097223A-A66F-451D-80AB-4F856BC58FBC}"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6" name="Footer Placeholder 5"/>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7" name="Slide Number Placeholder 6"/>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a:t>
            </a:fld>
            <a:endParaRPr lang="de-DE">
              <a:solidFill>
                <a:prstClr val="black"/>
              </a:solidFill>
            </a:endParaRPr>
          </a:p>
        </p:txBody>
      </p:sp>
    </p:spTree>
    <p:extLst>
      <p:ext uri="{BB962C8B-B14F-4D97-AF65-F5344CB8AC3E}">
        <p14:creationId xmlns:p14="http://schemas.microsoft.com/office/powerpoint/2010/main" val="290794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C4B733BA-C084-42F6-AC8C-734D5BAA3FA6}"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a:t>
            </a:fld>
            <a:endParaRPr lang="de-DE">
              <a:solidFill>
                <a:prstClr val="black"/>
              </a:solidFill>
            </a:endParaRPr>
          </a:p>
        </p:txBody>
      </p:sp>
    </p:spTree>
    <p:extLst>
      <p:ext uri="{BB962C8B-B14F-4D97-AF65-F5344CB8AC3E}">
        <p14:creationId xmlns:p14="http://schemas.microsoft.com/office/powerpoint/2010/main" val="154331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E95F30-FEDF-EB0F-6279-74B0DBB3827B}"/>
              </a:ext>
            </a:extLst>
          </p:cNvPr>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BFF19292-1169-8BE5-59B8-806139D010AC}"/>
              </a:ext>
            </a:extLst>
          </p:cNvPr>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Tree>
    <p:extLst>
      <p:ext uri="{BB962C8B-B14F-4D97-AF65-F5344CB8AC3E}">
        <p14:creationId xmlns:p14="http://schemas.microsoft.com/office/powerpoint/2010/main" val="286827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1658" y="1036431"/>
            <a:ext cx="9144001" cy="5567331"/>
          </a:xfrm>
          <a:prstGeom prst="rect">
            <a:avLst/>
          </a:prstGeom>
        </p:spPr>
        <p:txBody>
          <a:bodyPr vert="horz" lIns="0" tIns="0" rIns="0" bIns="0" rtlCol="0">
            <a:normAutofit/>
          </a:bodyPr>
          <a:lstStyle/>
          <a:p>
            <a:pPr lvl="0"/>
            <a:r>
              <a:rPr lang="de-DE" noProof="0"/>
              <a:t>Edit Master </a:t>
            </a:r>
            <a:r>
              <a:rPr lang="de-DE" noProof="0" err="1"/>
              <a:t>text</a:t>
            </a:r>
            <a:r>
              <a:rPr lang="de-DE" noProof="0"/>
              <a:t> </a:t>
            </a:r>
            <a:r>
              <a:rPr lang="de-DE" noProof="0" err="1"/>
              <a:t>styles</a:t>
            </a:r>
            <a:endParaRPr lang="de-DE" noProof="0"/>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err="1"/>
              <a:t>Fourth</a:t>
            </a:r>
            <a:r>
              <a:rPr lang="de-DE" noProof="0"/>
              <a:t>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le Placeholder 1"/>
          <p:cNvSpPr>
            <a:spLocks noGrp="1"/>
          </p:cNvSpPr>
          <p:nvPr>
            <p:ph type="title"/>
          </p:nvPr>
        </p:nvSpPr>
        <p:spPr>
          <a:xfrm>
            <a:off x="541658" y="76201"/>
            <a:ext cx="9144001" cy="854073"/>
          </a:xfrm>
          <a:prstGeom prst="rect">
            <a:avLst/>
          </a:prstGeom>
        </p:spPr>
        <p:txBody>
          <a:bodyPr vert="horz" lIns="0" tIns="0" rIns="0" bIns="0" rtlCol="0" anchor="ctr">
            <a:normAutofit/>
          </a:bodyPr>
          <a:lstStyle/>
          <a:p>
            <a:r>
              <a:rPr lang="de-DE" noProof="0"/>
              <a:t>Click To Edit Master Title Style</a:t>
            </a:r>
          </a:p>
        </p:txBody>
      </p:sp>
      <p:sp>
        <p:nvSpPr>
          <p:cNvPr id="5" name="Footer Placeholder 4"/>
          <p:cNvSpPr>
            <a:spLocks noGrp="1"/>
          </p:cNvSpPr>
          <p:nvPr>
            <p:ph type="ftr" sz="quarter" idx="3"/>
          </p:nvPr>
        </p:nvSpPr>
        <p:spPr>
          <a:xfrm>
            <a:off x="6342386" y="6579481"/>
            <a:ext cx="3343275" cy="228600"/>
          </a:xfrm>
          <a:prstGeom prst="rect">
            <a:avLst/>
          </a:prstGeom>
        </p:spPr>
        <p:txBody>
          <a:bodyPr vert="horz" lIns="0" tIns="0" rIns="0" bIns="0" rtlCol="0" anchor="ctr"/>
          <a:lstStyle>
            <a:lvl1pPr algn="r">
              <a:defRPr sz="900">
                <a:solidFill>
                  <a:schemeClr val="tx1">
                    <a:tint val="75000"/>
                  </a:schemeClr>
                </a:solidFill>
                <a:latin typeface="Calibri Light" panose="020F0302020204030204" pitchFamily="34" charset="0"/>
                <a:cs typeface="Calibri Light" panose="020F0302020204030204" pitchFamily="34" charset="0"/>
              </a:defRPr>
            </a:lvl1pPr>
          </a:lstStyle>
          <a:p>
            <a:r>
              <a:rPr lang="de-DE" noProof="0">
                <a:solidFill>
                  <a:prstClr val="black">
                    <a:lumMod val="65000"/>
                    <a:lumOff val="35000"/>
                  </a:prstClr>
                </a:solidFill>
              </a:rPr>
              <a:t>Albion Copyright ©</a:t>
            </a:r>
          </a:p>
        </p:txBody>
      </p:sp>
      <p:sp>
        <p:nvSpPr>
          <p:cNvPr id="4" name="Date Placeholder 3"/>
          <p:cNvSpPr>
            <a:spLocks noGrp="1"/>
          </p:cNvSpPr>
          <p:nvPr>
            <p:ph type="dt" sz="half" idx="2"/>
          </p:nvPr>
        </p:nvSpPr>
        <p:spPr>
          <a:xfrm>
            <a:off x="541659" y="6586670"/>
            <a:ext cx="2228850" cy="228600"/>
          </a:xfrm>
          <a:prstGeom prst="rect">
            <a:avLst/>
          </a:prstGeom>
        </p:spPr>
        <p:txBody>
          <a:bodyPr vert="horz" lIns="0" tIns="0" rIns="0" bIns="0" rtlCol="0" anchor="ctr"/>
          <a:lstStyle>
            <a:lvl1pPr algn="l">
              <a:defRPr sz="900">
                <a:solidFill>
                  <a:schemeClr val="tx1">
                    <a:tint val="75000"/>
                  </a:schemeClr>
                </a:solidFill>
                <a:latin typeface="Calibri Light" panose="020F0302020204030204" pitchFamily="34" charset="0"/>
                <a:cs typeface="Calibri Light" panose="020F0302020204030204" pitchFamily="34" charset="0"/>
              </a:defRPr>
            </a:lvl1pPr>
          </a:lstStyle>
          <a:p>
            <a:fld id="{5CECB1BE-3A45-4BAB-9748-3C00C3ACBD51}" type="datetime1">
              <a:rPr lang="de-DE" noProof="0" smtClean="0">
                <a:solidFill>
                  <a:prstClr val="black">
                    <a:lumMod val="65000"/>
                    <a:lumOff val="35000"/>
                  </a:prstClr>
                </a:solidFill>
              </a:rPr>
              <a:t>03.04.2025</a:t>
            </a:fld>
            <a:endParaRPr lang="de-DE" noProof="0">
              <a:solidFill>
                <a:prstClr val="black">
                  <a:lumMod val="65000"/>
                  <a:lumOff val="35000"/>
                </a:prstClr>
              </a:solidFill>
            </a:endParaRPr>
          </a:p>
        </p:txBody>
      </p:sp>
      <p:sp>
        <p:nvSpPr>
          <p:cNvPr id="6" name="Slide Number Placeholder 5"/>
          <p:cNvSpPr>
            <a:spLocks noGrp="1"/>
          </p:cNvSpPr>
          <p:nvPr>
            <p:ph type="sldNum" sz="quarter" idx="4"/>
          </p:nvPr>
        </p:nvSpPr>
        <p:spPr>
          <a:xfrm>
            <a:off x="3983833" y="6579481"/>
            <a:ext cx="2228850" cy="228600"/>
          </a:xfrm>
          <a:prstGeom prst="rect">
            <a:avLst/>
          </a:prstGeom>
        </p:spPr>
        <p:txBody>
          <a:bodyPr vert="horz" lIns="0" tIns="0" rIns="0" bIns="0" rtlCol="0" anchor="ctr"/>
          <a:lstStyle>
            <a:lvl1pPr algn="ctr">
              <a:defRPr sz="900">
                <a:solidFill>
                  <a:schemeClr val="tx1">
                    <a:tint val="75000"/>
                  </a:schemeClr>
                </a:solidFill>
                <a:latin typeface="Calibri Light" panose="020F0302020204030204" pitchFamily="34" charset="0"/>
                <a:cs typeface="Calibri Light" panose="020F0302020204030204" pitchFamily="34" charset="0"/>
              </a:defRPr>
            </a:lvl1pPr>
          </a:lstStyle>
          <a:p>
            <a:fld id="{DC65F2A6-DE86-5747-A2A3-FFB413B14C70}" type="slidenum">
              <a:rPr lang="de-DE" noProof="0" smtClean="0">
                <a:solidFill>
                  <a:prstClr val="black"/>
                </a:solidFill>
              </a:rPr>
              <a:pPr/>
              <a:t>‹#›</a:t>
            </a:fld>
            <a:endParaRPr lang="de-DE" noProof="0">
              <a:solidFill>
                <a:prstClr val="black"/>
              </a:solidFill>
            </a:endParaRPr>
          </a:p>
        </p:txBody>
      </p:sp>
      <p:grpSp>
        <p:nvGrpSpPr>
          <p:cNvPr id="13" name="Group 12">
            <a:extLst>
              <a:ext uri="{FF2B5EF4-FFF2-40B4-BE49-F238E27FC236}">
                <a16:creationId xmlns:a16="http://schemas.microsoft.com/office/drawing/2014/main" id="{17EEE34B-1A4E-4EC2-9746-18133826D45B}"/>
              </a:ext>
            </a:extLst>
          </p:cNvPr>
          <p:cNvGrpSpPr/>
          <p:nvPr userDrawn="1"/>
        </p:nvGrpSpPr>
        <p:grpSpPr>
          <a:xfrm>
            <a:off x="2381" y="1"/>
            <a:ext cx="452439" cy="6855617"/>
            <a:chOff x="2381" y="1"/>
            <a:chExt cx="452439" cy="6855617"/>
          </a:xfrm>
        </p:grpSpPr>
        <p:sp>
          <p:nvSpPr>
            <p:cNvPr id="7" name="Rectangle 6"/>
            <p:cNvSpPr/>
            <p:nvPr userDrawn="1"/>
          </p:nvSpPr>
          <p:spPr>
            <a:xfrm>
              <a:off x="142876" y="1"/>
              <a:ext cx="180865" cy="6855617"/>
            </a:xfrm>
            <a:prstGeom prst="rect">
              <a:avLst/>
            </a:prstGeom>
            <a:solidFill>
              <a:srgbClr val="05C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nvGrpSpPr>
            <p:cNvPr id="12" name="Group 11">
              <a:extLst>
                <a:ext uri="{FF2B5EF4-FFF2-40B4-BE49-F238E27FC236}">
                  <a16:creationId xmlns:a16="http://schemas.microsoft.com/office/drawing/2014/main" id="{BF39264B-7DC8-49F7-B0C6-13F339082012}"/>
                </a:ext>
              </a:extLst>
            </p:cNvPr>
            <p:cNvGrpSpPr/>
            <p:nvPr userDrawn="1"/>
          </p:nvGrpSpPr>
          <p:grpSpPr>
            <a:xfrm>
              <a:off x="2381" y="1071364"/>
              <a:ext cx="452439" cy="338716"/>
              <a:chOff x="2381" y="1071364"/>
              <a:chExt cx="452439" cy="338716"/>
            </a:xfrm>
          </p:grpSpPr>
          <p:sp>
            <p:nvSpPr>
              <p:cNvPr id="8" name="Rectangle 7"/>
              <p:cNvSpPr/>
              <p:nvPr userDrawn="1"/>
            </p:nvSpPr>
            <p:spPr>
              <a:xfrm>
                <a:off x="2381" y="1074292"/>
                <a:ext cx="452439" cy="3357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9" name="Freeform: Shape 8"/>
              <p:cNvSpPr>
                <a:spLocks noChangeAspect="1"/>
              </p:cNvSpPr>
              <p:nvPr userDrawn="1"/>
            </p:nvSpPr>
            <p:spPr>
              <a:xfrm rot="17989352">
                <a:off x="176966" y="1086965"/>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B9F5"/>
              </a:solidFill>
              <a:ln>
                <a:noFill/>
              </a:ln>
              <a:scene3d>
                <a:camera prst="orthographicFront">
                  <a:rot lat="0" lon="0" rev="2154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10" name="Freeform: Shape 9"/>
              <p:cNvSpPr>
                <a:spLocks noChangeAspect="1"/>
              </p:cNvSpPr>
              <p:nvPr userDrawn="1"/>
            </p:nvSpPr>
            <p:spPr>
              <a:xfrm>
                <a:off x="20706" y="1134906"/>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3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grpSp>
    </p:spTree>
    <p:extLst>
      <p:ext uri="{BB962C8B-B14F-4D97-AF65-F5344CB8AC3E}">
        <p14:creationId xmlns:p14="http://schemas.microsoft.com/office/powerpoint/2010/main" val="1917750668"/>
      </p:ext>
    </p:extLst>
  </p:cSld>
  <p:clrMap bg1="lt1" tx1="dk1" bg2="lt2" tx2="dk2" accent1="accent1" accent2="accent2" accent3="accent3" accent4="accent4" accent5="accent5" accent6="accent6" hlink="hlink" folHlink="folHlink"/>
  <p:sldLayoutIdLst>
    <p:sldLayoutId id="2147487413" r:id="rId1"/>
    <p:sldLayoutId id="2147487412" r:id="rId2"/>
    <p:sldLayoutId id="2147487424" r:id="rId3"/>
    <p:sldLayoutId id="2147487425" r:id="rId4"/>
    <p:sldLayoutId id="2147487426" r:id="rId5"/>
    <p:sldLayoutId id="2147487415" r:id="rId6"/>
    <p:sldLayoutId id="2147487418" r:id="rId7"/>
  </p:sldLayoutIdLst>
  <p:hf hdr="0"/>
  <p:txStyles>
    <p:titleStyle>
      <a:lvl1pPr algn="l" defTabSz="914361" rtl="0" eaLnBrk="1" latinLnBrk="0" hangingPunct="1">
        <a:lnSpc>
          <a:spcPct val="90000"/>
        </a:lnSpc>
        <a:spcBef>
          <a:spcPct val="0"/>
        </a:spcBef>
        <a:buNone/>
        <a:defRPr sz="2800" b="1" kern="1200" cap="none" baseline="0">
          <a:solidFill>
            <a:srgbClr val="003CD2"/>
          </a:solidFill>
          <a:latin typeface="Calibri Light" panose="020F0302020204030204" pitchFamily="34" charset="0"/>
          <a:ea typeface="+mj-ea"/>
          <a:cs typeface="Calibri Light" panose="020F0302020204030204" pitchFamily="34" charset="0"/>
        </a:defRPr>
      </a:lvl1pPr>
    </p:titleStyle>
    <p:body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rgbClr val="003CD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1" y="76201"/>
            <a:ext cx="9296400" cy="85407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304801" y="1074291"/>
            <a:ext cx="9296400" cy="5529471"/>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1" y="6586670"/>
            <a:ext cx="2228850" cy="228600"/>
          </a:xfrm>
          <a:prstGeom prst="rect">
            <a:avLst/>
          </a:prstGeom>
        </p:spPr>
        <p:txBody>
          <a:bodyPr vert="horz" lIns="0" tIns="0" rIns="0" bIns="0" rtlCol="0" anchor="ctr"/>
          <a:lstStyle>
            <a:lvl1pPr algn="l">
              <a:defRPr sz="900">
                <a:solidFill>
                  <a:schemeClr val="tx1">
                    <a:tint val="75000"/>
                  </a:schemeClr>
                </a:solidFill>
                <a:latin typeface="Calibri Light" panose="020F0302020204030204" pitchFamily="34" charset="0"/>
                <a:cs typeface="Calibri Light" panose="020F0302020204030204" pitchFamily="34" charset="0"/>
              </a:defRPr>
            </a:lvl1pPr>
          </a:lstStyle>
          <a:p>
            <a:fld id="{196354AC-F86C-45CA-92D3-08E1DE9CE3FC}"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5" name="Footer Placeholder 4"/>
          <p:cNvSpPr>
            <a:spLocks noGrp="1"/>
          </p:cNvSpPr>
          <p:nvPr>
            <p:ph type="ftr" sz="quarter" idx="3"/>
          </p:nvPr>
        </p:nvSpPr>
        <p:spPr>
          <a:xfrm>
            <a:off x="6257926" y="6595216"/>
            <a:ext cx="3343275" cy="228600"/>
          </a:xfrm>
          <a:prstGeom prst="rect">
            <a:avLst/>
          </a:prstGeom>
        </p:spPr>
        <p:txBody>
          <a:bodyPr vert="horz" lIns="0" tIns="0" rIns="0" bIns="0" rtlCol="0" anchor="ctr"/>
          <a:lstStyle>
            <a:lvl1pPr algn="r">
              <a:defRPr sz="900">
                <a:solidFill>
                  <a:schemeClr val="tx1">
                    <a:tint val="75000"/>
                  </a:schemeClr>
                </a:solidFill>
                <a:latin typeface="Calibri Light" panose="020F0302020204030204" pitchFamily="34" charset="0"/>
                <a:cs typeface="Calibri Light" panose="020F0302020204030204" pitchFamily="34" charset="0"/>
              </a:defRPr>
            </a:lvl1p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4"/>
          </p:nvPr>
        </p:nvSpPr>
        <p:spPr>
          <a:xfrm>
            <a:off x="3838575" y="6595216"/>
            <a:ext cx="2228850" cy="228600"/>
          </a:xfrm>
          <a:prstGeom prst="rect">
            <a:avLst/>
          </a:prstGeom>
        </p:spPr>
        <p:txBody>
          <a:bodyPr vert="horz" lIns="0" tIns="0" rIns="0" bIns="0" rtlCol="0" anchor="ctr"/>
          <a:lstStyle>
            <a:lvl1pPr algn="ctr">
              <a:defRPr sz="900">
                <a:solidFill>
                  <a:schemeClr val="tx1">
                    <a:tint val="75000"/>
                  </a:schemeClr>
                </a:solidFill>
                <a:latin typeface="Calibri Light" panose="020F0302020204030204" pitchFamily="34" charset="0"/>
                <a:cs typeface="Calibri Light" panose="020F0302020204030204" pitchFamily="34" charset="0"/>
              </a:defRPr>
            </a:lvl1pPr>
          </a:lstStyle>
          <a:p>
            <a:fld id="{DC65F2A6-DE86-5747-A2A3-FFB413B14C70}" type="slidenum">
              <a:rPr lang="de-DE" smtClean="0">
                <a:solidFill>
                  <a:prstClr val="black"/>
                </a:solidFill>
              </a:rPr>
              <a:pPr/>
              <a:t>‹#›</a:t>
            </a:fld>
            <a:endParaRPr lang="de-DE">
              <a:solidFill>
                <a:prstClr val="black"/>
              </a:solidFill>
            </a:endParaRPr>
          </a:p>
        </p:txBody>
      </p:sp>
    </p:spTree>
    <p:extLst>
      <p:ext uri="{BB962C8B-B14F-4D97-AF65-F5344CB8AC3E}">
        <p14:creationId xmlns:p14="http://schemas.microsoft.com/office/powerpoint/2010/main" val="809364915"/>
      </p:ext>
    </p:extLst>
  </p:cSld>
  <p:clrMap bg1="lt1" tx1="dk1" bg2="lt2" tx2="dk2" accent1="accent1" accent2="accent2" accent3="accent3" accent4="accent4" accent5="accent5" accent6="accent6" hlink="hlink" folHlink="folHlink"/>
  <p:sldLayoutIdLst>
    <p:sldLayoutId id="2147487434" r:id="rId1"/>
  </p:sldLayoutIdLst>
  <p:hf hdr="0"/>
  <p:txStyles>
    <p:titleStyle>
      <a:lvl1pPr algn="l" defTabSz="914361" rtl="0" eaLnBrk="1" latinLnBrk="0" hangingPunct="1">
        <a:lnSpc>
          <a:spcPct val="90000"/>
        </a:lnSpc>
        <a:spcBef>
          <a:spcPct val="0"/>
        </a:spcBef>
        <a:buNone/>
        <a:defRPr sz="2800" b="1" kern="1200" cap="none" baseline="0">
          <a:solidFill>
            <a:schemeClr val="tx2"/>
          </a:solidFill>
          <a:latin typeface="Calibri Light" panose="020F0302020204030204" pitchFamily="34" charset="0"/>
          <a:ea typeface="+mj-ea"/>
          <a:cs typeface="Calibri Light" panose="020F0302020204030204" pitchFamily="34" charset="0"/>
        </a:defRPr>
      </a:lvl1pPr>
    </p:titleStyle>
    <p:body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chemeClr val="tx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Vertical Title 1">
            <a:extLst>
              <a:ext uri="{FF2B5EF4-FFF2-40B4-BE49-F238E27FC236}">
                <a16:creationId xmlns:a16="http://schemas.microsoft.com/office/drawing/2014/main" id="{81AE10C9-FCDD-4115-89E6-2A3282A65625}"/>
              </a:ext>
            </a:extLst>
          </p:cNvPr>
          <p:cNvSpPr txBox="1">
            <a:spLocks/>
          </p:cNvSpPr>
          <p:nvPr userDrawn="1"/>
        </p:nvSpPr>
        <p:spPr>
          <a:xfrm>
            <a:off x="8305799" y="533399"/>
            <a:ext cx="1379858" cy="6164379"/>
          </a:xfrm>
          <a:prstGeom prst="rect">
            <a:avLst/>
          </a:prstGeom>
        </p:spPr>
        <p:txBody>
          <a:bodyPr vert="eaVert" lIns="0" tIns="0" rIns="0" bIns="0" rtlCol="0" anchor="ctr">
            <a:normAutofit/>
          </a:bodyPr>
          <a:lstStyle>
            <a:lvl1pPr algn="l" defTabSz="914361" rtl="0" eaLnBrk="1" latinLnBrk="0" hangingPunct="1">
              <a:lnSpc>
                <a:spcPct val="90000"/>
              </a:lnSpc>
              <a:spcBef>
                <a:spcPct val="0"/>
              </a:spcBef>
              <a:buNone/>
              <a:defRPr sz="2800" b="1" kern="1200" cap="none" baseline="0">
                <a:solidFill>
                  <a:srgbClr val="003CD2"/>
                </a:solidFill>
                <a:latin typeface="Calibri Light" panose="020F0302020204030204" pitchFamily="34" charset="0"/>
                <a:ea typeface="+mj-ea"/>
                <a:cs typeface="Calibri Light" panose="020F0302020204030204" pitchFamily="34" charset="0"/>
              </a:defRPr>
            </a:lvl1pPr>
          </a:lstStyle>
          <a:p>
            <a:pPr marL="0" marR="0" lvl="0" indent="0" algn="l" defTabSz="914361" rtl="0" eaLnBrk="1" fontAlgn="auto" latinLnBrk="0" hangingPunct="1">
              <a:lnSpc>
                <a:spcPct val="90000"/>
              </a:lnSpc>
              <a:spcBef>
                <a:spcPct val="0"/>
              </a:spcBef>
              <a:spcAft>
                <a:spcPts val="0"/>
              </a:spcAft>
              <a:buClrTx/>
              <a:buSzTx/>
              <a:buFontTx/>
              <a:buNone/>
              <a:tabLst/>
              <a:defRPr/>
            </a:pPr>
            <a:r>
              <a:rPr kumimoji="0" lang="de-DE" sz="2800" b="1" i="0" u="none" strike="noStrike" kern="1200" cap="none" spc="0" normalizeH="0" baseline="0" noProof="0">
                <a:ln>
                  <a:noFill/>
                </a:ln>
                <a:solidFill>
                  <a:srgbClr val="003CD2"/>
                </a:solidFill>
                <a:effectLst/>
                <a:uLnTx/>
                <a:uFillTx/>
                <a:latin typeface="Calibri Light" panose="020F0302020204030204" pitchFamily="34" charset="0"/>
                <a:ea typeface="+mj-ea"/>
                <a:cs typeface="Calibri Light" panose="020F0302020204030204" pitchFamily="34" charset="0"/>
              </a:rPr>
              <a:t>Click to edit Master title style</a:t>
            </a:r>
          </a:p>
        </p:txBody>
      </p:sp>
      <p:sp>
        <p:nvSpPr>
          <p:cNvPr id="13" name="Vertical Text Placeholder 2">
            <a:extLst>
              <a:ext uri="{FF2B5EF4-FFF2-40B4-BE49-F238E27FC236}">
                <a16:creationId xmlns:a16="http://schemas.microsoft.com/office/drawing/2014/main" id="{EB7566A0-BE4D-4F31-854E-66594CD61979}"/>
              </a:ext>
            </a:extLst>
          </p:cNvPr>
          <p:cNvSpPr txBox="1">
            <a:spLocks/>
          </p:cNvSpPr>
          <p:nvPr userDrawn="1"/>
        </p:nvSpPr>
        <p:spPr>
          <a:xfrm>
            <a:off x="541660" y="533399"/>
            <a:ext cx="7687941" cy="6164379"/>
          </a:xfrm>
          <a:prstGeom prst="rect">
            <a:avLst/>
          </a:prstGeom>
        </p:spPr>
        <p:txBody>
          <a:bodyPr vert="eaVert" lIns="0" tIns="0" rIns="0" bIns="0" rtlCol="0">
            <a:normAutofit/>
          </a:bodyPr>
          <a:lst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rgbClr val="003CD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a:lstStyle>
          <a:p>
            <a:pPr marL="269989" marR="0" lvl="0" indent="-269989" algn="l" defTabSz="914361" rtl="0" eaLnBrk="1" fontAlgn="auto" latinLnBrk="0" hangingPunct="1">
              <a:lnSpc>
                <a:spcPct val="110000"/>
              </a:lnSpc>
              <a:spcBef>
                <a:spcPts val="1200"/>
              </a:spcBef>
              <a:spcAft>
                <a:spcPts val="0"/>
              </a:spcAft>
              <a:buClrTx/>
              <a:buSzTx/>
              <a:buFont typeface="Calibri Light" panose="020B0604020202020204" pitchFamily="34" charset="0"/>
              <a:buChar char="•"/>
              <a:tabLst/>
              <a:defRPr/>
            </a:pPr>
            <a:r>
              <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rPr>
              <a:t>Edit Master </a:t>
            </a:r>
            <a:r>
              <a:rPr kumimoji="0" lang="de-DE" sz="2000" b="1" i="0" u="none" strike="noStrike" kern="1200" cap="none" spc="0" normalizeH="0" baseline="0" noProof="0" err="1">
                <a:ln>
                  <a:noFill/>
                </a:ln>
                <a:solidFill>
                  <a:srgbClr val="003CD2"/>
                </a:solidFill>
                <a:effectLst/>
                <a:uLnTx/>
                <a:uFillTx/>
                <a:latin typeface="Calibri Light" panose="020F0302020204030204" pitchFamily="34" charset="0"/>
                <a:ea typeface="+mn-ea"/>
                <a:cs typeface="Calibri Light" panose="020F0302020204030204" pitchFamily="34" charset="0"/>
              </a:rPr>
              <a:t>text</a:t>
            </a:r>
            <a:r>
              <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rPr>
              <a:t> </a:t>
            </a:r>
            <a:r>
              <a:rPr kumimoji="0" lang="de-DE" sz="2000" b="1" i="0" u="none" strike="noStrike" kern="1200" cap="none" spc="0" normalizeH="0" baseline="0" noProof="0" err="1">
                <a:ln>
                  <a:noFill/>
                </a:ln>
                <a:solidFill>
                  <a:srgbClr val="003CD2"/>
                </a:solidFill>
                <a:effectLst/>
                <a:uLnTx/>
                <a:uFillTx/>
                <a:latin typeface="Calibri Light" panose="020F0302020204030204" pitchFamily="34" charset="0"/>
                <a:ea typeface="+mn-ea"/>
                <a:cs typeface="Calibri Light" panose="020F0302020204030204" pitchFamily="34" charset="0"/>
              </a:rPr>
              <a:t>styles</a:t>
            </a:r>
            <a:endPar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endParaRPr>
          </a:p>
          <a:p>
            <a:pPr marL="538141" marR="0" lvl="1" indent="-273038"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8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Second </a:t>
            </a:r>
            <a:r>
              <a:rPr kumimoji="0" lang="de-DE" sz="18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8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803241" marR="0" lvl="2" indent="-265102"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Third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1076280" marR="0" lvl="3" indent="-273038"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Fourth</a:t>
            </a: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1341382" marR="0" lvl="4" indent="-265102"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Fifth</a:t>
            </a: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p:txBody>
      </p:sp>
      <p:sp>
        <p:nvSpPr>
          <p:cNvPr id="14" name="Date Placeholder 3">
            <a:extLst>
              <a:ext uri="{FF2B5EF4-FFF2-40B4-BE49-F238E27FC236}">
                <a16:creationId xmlns:a16="http://schemas.microsoft.com/office/drawing/2014/main" id="{7BFDE2F6-587C-4FBA-9AF5-36833863A483}"/>
              </a:ext>
            </a:extLst>
          </p:cNvPr>
          <p:cNvSpPr txBox="1">
            <a:spLocks/>
          </p:cNvSpPr>
          <p:nvPr userDrawn="1"/>
        </p:nvSpPr>
        <p:spPr>
          <a:xfrm rot="5400000">
            <a:off x="-1000125" y="1533524"/>
            <a:ext cx="2228850" cy="228600"/>
          </a:xfrm>
          <a:prstGeom prst="rect">
            <a:avLst/>
          </a:prstGeom>
        </p:spPr>
        <p:txBody>
          <a:bodyPr vert="horz" lIns="0" tIns="0" rIns="0" bIns="0" rtlCol="0" anchor="ctr"/>
          <a:lstStyle>
            <a:defPPr>
              <a:defRPr lang="en-US"/>
            </a:defPPr>
            <a:lvl1pPr marL="0" algn="l"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fld id="{696E8D70-C702-430E-AE0C-6554306DC209}" type="datetime1">
              <a:rPr kumimoji="0" lang="de-DE" sz="900" b="0" i="0" u="none" strike="noStrike" kern="1200" cap="none" spc="0" normalizeH="0" baseline="0" noProof="0" smtClean="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03.04.2025</a:t>
            </a:fld>
            <a:endParaRPr kumimoji="0" lang="de-DE" sz="900" b="0" i="0" u="none" strike="noStrike" kern="1200" cap="none" spc="0" normalizeH="0" baseline="0" noProof="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endParaRPr>
          </a:p>
        </p:txBody>
      </p:sp>
      <p:sp>
        <p:nvSpPr>
          <p:cNvPr id="15" name="Footer Placeholder 4">
            <a:extLst>
              <a:ext uri="{FF2B5EF4-FFF2-40B4-BE49-F238E27FC236}">
                <a16:creationId xmlns:a16="http://schemas.microsoft.com/office/drawing/2014/main" id="{3D2BA7CC-8ED8-48B7-8B77-B5DC910BBC76}"/>
              </a:ext>
            </a:extLst>
          </p:cNvPr>
          <p:cNvSpPr txBox="1">
            <a:spLocks/>
          </p:cNvSpPr>
          <p:nvPr userDrawn="1"/>
        </p:nvSpPr>
        <p:spPr>
          <a:xfrm rot="5400000">
            <a:off x="-1577096" y="4911840"/>
            <a:ext cx="3343275" cy="2286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t>Albion</a:t>
            </a:r>
            <a:r>
              <a:rPr kumimoji="0" lang="de-DE" sz="900" b="0" i="0" u="none" strike="noStrike" kern="1200" cap="none" spc="0" normalizeH="0" baseline="0" noProof="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t> Copyright 2022 ©</a:t>
            </a:r>
          </a:p>
        </p:txBody>
      </p:sp>
      <p:sp>
        <p:nvSpPr>
          <p:cNvPr id="16" name="Slide Number Placeholder 5">
            <a:extLst>
              <a:ext uri="{FF2B5EF4-FFF2-40B4-BE49-F238E27FC236}">
                <a16:creationId xmlns:a16="http://schemas.microsoft.com/office/drawing/2014/main" id="{80762760-DC30-4BBE-BC92-7D44B0BCB112}"/>
              </a:ext>
            </a:extLst>
          </p:cNvPr>
          <p:cNvSpPr txBox="1">
            <a:spLocks/>
          </p:cNvSpPr>
          <p:nvPr userDrawn="1"/>
        </p:nvSpPr>
        <p:spPr>
          <a:xfrm rot="5400000">
            <a:off x="-1019884" y="3345984"/>
            <a:ext cx="2228850" cy="228600"/>
          </a:xfrm>
          <a:prstGeom prst="rect">
            <a:avLst/>
          </a:prstGeom>
        </p:spPr>
        <p:txBody>
          <a:bodyPr vert="horz" lIns="0" tIns="0" rIns="0" bIns="0" rtlCol="0" anchor="ctr"/>
          <a:lstStyle>
            <a:defPPr>
              <a:defRPr lang="en-US"/>
            </a:defPPr>
            <a:lvl1pPr marL="0" algn="ctr"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181" rtl="0" eaLnBrk="1" fontAlgn="auto" latinLnBrk="0" hangingPunct="1">
              <a:lnSpc>
                <a:spcPct val="100000"/>
              </a:lnSpc>
              <a:spcBef>
                <a:spcPts val="0"/>
              </a:spcBef>
              <a:spcAft>
                <a:spcPts val="0"/>
              </a:spcAft>
              <a:buClrTx/>
              <a:buSzTx/>
              <a:buFontTx/>
              <a:buNone/>
              <a:tabLst/>
              <a:defRPr/>
            </a:pPr>
            <a:fld id="{DC65F2A6-DE86-5747-A2A3-FFB413B14C70}" type="slidenum">
              <a:rPr kumimoji="0" lang="de-DE" sz="900" b="0" i="0" u="none" strike="noStrike" kern="1200" cap="none" spc="0" normalizeH="0" baseline="0" noProof="0" smtClean="0">
                <a:ln>
                  <a:noFill/>
                </a:ln>
                <a:solidFill>
                  <a:prstClr val="black"/>
                </a:solidFill>
                <a:effectLst/>
                <a:uLnTx/>
                <a:uFillTx/>
                <a:latin typeface="Calibri Light" panose="020F0302020204030204" pitchFamily="34" charset="0"/>
                <a:ea typeface="+mn-ea"/>
                <a:cs typeface="Calibri Light" panose="020F0302020204030204" pitchFamily="34" charset="0"/>
              </a:rPr>
              <a:pPr marL="0" marR="0" lvl="0" indent="0" algn="ctr" defTabSz="457181" rtl="0" eaLnBrk="1" fontAlgn="auto" latinLnBrk="0" hangingPunct="1">
                <a:lnSpc>
                  <a:spcPct val="100000"/>
                </a:lnSpc>
                <a:spcBef>
                  <a:spcPts val="0"/>
                </a:spcBef>
                <a:spcAft>
                  <a:spcPts val="0"/>
                </a:spcAft>
                <a:buClrTx/>
                <a:buSzTx/>
                <a:buFontTx/>
                <a:buNone/>
                <a:tabLst/>
                <a:defRPr/>
              </a:pPr>
              <a:t>‹#›</a:t>
            </a:fld>
            <a:endParaRPr kumimoji="0" lang="de-DE" sz="900" b="0" i="0" u="none" strike="noStrike" kern="1200" cap="none" spc="0" normalizeH="0" baseline="0" noProof="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24" name="Group 23">
            <a:extLst>
              <a:ext uri="{FF2B5EF4-FFF2-40B4-BE49-F238E27FC236}">
                <a16:creationId xmlns:a16="http://schemas.microsoft.com/office/drawing/2014/main" id="{FCB3F318-D98C-4F04-A1ED-CE8D906E2490}"/>
              </a:ext>
            </a:extLst>
          </p:cNvPr>
          <p:cNvGrpSpPr/>
          <p:nvPr userDrawn="1"/>
        </p:nvGrpSpPr>
        <p:grpSpPr>
          <a:xfrm>
            <a:off x="-5416" y="19723"/>
            <a:ext cx="9911416" cy="452439"/>
            <a:chOff x="-5416" y="19723"/>
            <a:chExt cx="9911416" cy="452439"/>
          </a:xfrm>
        </p:grpSpPr>
        <p:sp>
          <p:nvSpPr>
            <p:cNvPr id="18" name="Rectangle 17">
              <a:extLst>
                <a:ext uri="{FF2B5EF4-FFF2-40B4-BE49-F238E27FC236}">
                  <a16:creationId xmlns:a16="http://schemas.microsoft.com/office/drawing/2014/main" id="{79BDC79C-107E-4E80-9B5B-709D4630D413}"/>
                </a:ext>
              </a:extLst>
            </p:cNvPr>
            <p:cNvSpPr/>
            <p:nvPr userDrawn="1"/>
          </p:nvSpPr>
          <p:spPr>
            <a:xfrm rot="5400000">
              <a:off x="4859859" y="-4705054"/>
              <a:ext cx="180865" cy="9911416"/>
            </a:xfrm>
            <a:prstGeom prst="rect">
              <a:avLst/>
            </a:prstGeom>
            <a:solidFill>
              <a:srgbClr val="05C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nvGrpSpPr>
            <p:cNvPr id="19" name="Group 18">
              <a:extLst>
                <a:ext uri="{FF2B5EF4-FFF2-40B4-BE49-F238E27FC236}">
                  <a16:creationId xmlns:a16="http://schemas.microsoft.com/office/drawing/2014/main" id="{040B7CFA-6305-4F74-B6DE-F3CDFFB26964}"/>
                </a:ext>
              </a:extLst>
            </p:cNvPr>
            <p:cNvGrpSpPr/>
            <p:nvPr userDrawn="1"/>
          </p:nvGrpSpPr>
          <p:grpSpPr>
            <a:xfrm rot="5400000">
              <a:off x="7818071" y="77037"/>
              <a:ext cx="452439" cy="337812"/>
              <a:chOff x="2381" y="1071364"/>
              <a:chExt cx="452439" cy="338716"/>
            </a:xfrm>
          </p:grpSpPr>
          <p:sp>
            <p:nvSpPr>
              <p:cNvPr id="20" name="Rectangle 19">
                <a:extLst>
                  <a:ext uri="{FF2B5EF4-FFF2-40B4-BE49-F238E27FC236}">
                    <a16:creationId xmlns:a16="http://schemas.microsoft.com/office/drawing/2014/main" id="{94F5DA9F-4CBB-4F2C-8B78-7ABE75C03A07}"/>
                  </a:ext>
                </a:extLst>
              </p:cNvPr>
              <p:cNvSpPr/>
              <p:nvPr userDrawn="1"/>
            </p:nvSpPr>
            <p:spPr>
              <a:xfrm>
                <a:off x="2381" y="1074292"/>
                <a:ext cx="452439" cy="3357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21" name="Freeform: Shape 20">
                <a:extLst>
                  <a:ext uri="{FF2B5EF4-FFF2-40B4-BE49-F238E27FC236}">
                    <a16:creationId xmlns:a16="http://schemas.microsoft.com/office/drawing/2014/main" id="{E3172CC7-C9AC-471E-B8C7-4066BF7D6050}"/>
                  </a:ext>
                </a:extLst>
              </p:cNvPr>
              <p:cNvSpPr>
                <a:spLocks noChangeAspect="1"/>
              </p:cNvSpPr>
              <p:nvPr userDrawn="1"/>
            </p:nvSpPr>
            <p:spPr>
              <a:xfrm rot="17989352">
                <a:off x="176966" y="1086965"/>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B9F5"/>
              </a:solidFill>
              <a:ln>
                <a:noFill/>
              </a:ln>
              <a:scene3d>
                <a:camera prst="orthographicFront">
                  <a:rot lat="0" lon="0" rev="2154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22" name="Freeform: Shape 21">
                <a:extLst>
                  <a:ext uri="{FF2B5EF4-FFF2-40B4-BE49-F238E27FC236}">
                    <a16:creationId xmlns:a16="http://schemas.microsoft.com/office/drawing/2014/main" id="{9D66F14F-B3A5-46C6-AE53-49BCE4EA619B}"/>
                  </a:ext>
                </a:extLst>
              </p:cNvPr>
              <p:cNvSpPr>
                <a:spLocks noChangeAspect="1"/>
              </p:cNvSpPr>
              <p:nvPr userDrawn="1"/>
            </p:nvSpPr>
            <p:spPr>
              <a:xfrm>
                <a:off x="20706" y="1134906"/>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3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grpSp>
    </p:spTree>
    <p:extLst>
      <p:ext uri="{BB962C8B-B14F-4D97-AF65-F5344CB8AC3E}">
        <p14:creationId xmlns:p14="http://schemas.microsoft.com/office/powerpoint/2010/main" val="3589069789"/>
      </p:ext>
    </p:extLst>
  </p:cSld>
  <p:clrMap bg1="lt1" tx1="dk1" bg2="lt2" tx2="dk2" accent1="accent1" accent2="accent2" accent3="accent3" accent4="accent4" accent5="accent5" accent6="accent6" hlink="hlink" folHlink="folHlink"/>
  <p:sldLayoutIdLst>
    <p:sldLayoutId id="2147487436"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879" y="3754599"/>
            <a:ext cx="9077721" cy="774538"/>
          </a:xfrm>
        </p:spPr>
        <p:txBody>
          <a:bodyPr>
            <a:normAutofit/>
          </a:bodyPr>
          <a:lstStyle/>
          <a:p>
            <a:r>
              <a:rPr lang="de-DE" sz="4800"/>
              <a:t>iSAQB CPSA-Foundation</a:t>
            </a:r>
          </a:p>
        </p:txBody>
      </p:sp>
      <p:sp>
        <p:nvSpPr>
          <p:cNvPr id="3" name="Text Placeholder 2"/>
          <p:cNvSpPr>
            <a:spLocks noGrp="1"/>
          </p:cNvSpPr>
          <p:nvPr>
            <p:ph type="body" idx="1"/>
          </p:nvPr>
        </p:nvSpPr>
        <p:spPr>
          <a:xfrm>
            <a:off x="675879" y="4456113"/>
            <a:ext cx="8890145" cy="1085690"/>
          </a:xfrm>
        </p:spPr>
        <p:txBody>
          <a:bodyPr>
            <a:normAutofit/>
          </a:bodyPr>
          <a:lstStyle/>
          <a:p>
            <a:pPr>
              <a:lnSpc>
                <a:spcPct val="100000"/>
              </a:lnSpc>
              <a:spcBef>
                <a:spcPts val="0"/>
              </a:spcBef>
            </a:pPr>
            <a:r>
              <a:rPr lang="de-DE" sz="3200">
                <a:solidFill>
                  <a:schemeClr val="tx1">
                    <a:lumMod val="85000"/>
                    <a:lumOff val="15000"/>
                  </a:schemeClr>
                </a:solidFill>
              </a:rPr>
              <a:t>Übungsfragen</a:t>
            </a:r>
          </a:p>
        </p:txBody>
      </p:sp>
      <p:pic>
        <p:nvPicPr>
          <p:cNvPr id="6" name="Bildplatzhalter 5" descr="Storebaelt Bridge - Design to Implementation.jpg"/>
          <p:cNvPicPr>
            <a:picLocks noChangeAspect="1"/>
          </p:cNvPicPr>
          <p:nvPr/>
        </p:nvPicPr>
        <p:blipFill>
          <a:blip r:embed="rId3" cstate="print"/>
          <a:srcRect l="12553" r="12553"/>
          <a:stretch>
            <a:fillRect/>
          </a:stretch>
        </p:blipFill>
        <p:spPr>
          <a:xfrm>
            <a:off x="533400" y="0"/>
            <a:ext cx="9372600" cy="3657600"/>
          </a:xfrm>
          <a:prstGeom prst="rect">
            <a:avLst/>
          </a:prstGeom>
        </p:spPr>
      </p:pic>
      <p:sp>
        <p:nvSpPr>
          <p:cNvPr id="8" name="Rechteck 7">
            <a:extLst>
              <a:ext uri="{FF2B5EF4-FFF2-40B4-BE49-F238E27FC236}">
                <a16:creationId xmlns:a16="http://schemas.microsoft.com/office/drawing/2014/main" id="{3BA6505D-49C6-4837-AB70-9B658C969D0C}"/>
              </a:ext>
            </a:extLst>
          </p:cNvPr>
          <p:cNvSpPr/>
          <p:nvPr/>
        </p:nvSpPr>
        <p:spPr>
          <a:xfrm>
            <a:off x="519868" y="6573999"/>
            <a:ext cx="2063248" cy="153888"/>
          </a:xfrm>
          <a:prstGeom prst="rect">
            <a:avLst/>
          </a:prstGeom>
        </p:spPr>
        <p:txBody>
          <a:bodyPr wrap="square" lIns="0" tIns="0" rIns="0" bIns="0">
            <a:spAutoFit/>
          </a:bodyPr>
          <a:lstStyle/>
          <a:p>
            <a:r>
              <a:rPr lang="de-DE" sz="1000">
                <a:latin typeface="Calibri Light" panose="020F0302020204030204" pitchFamily="34" charset="0"/>
                <a:cs typeface="Calibri Light" panose="020F0302020204030204" pitchFamily="34" charset="0"/>
              </a:rPr>
              <a:t>v1.1</a:t>
            </a:r>
          </a:p>
        </p:txBody>
      </p:sp>
      <p:sp>
        <p:nvSpPr>
          <p:cNvPr id="9" name="Rechteck 7">
            <a:extLst>
              <a:ext uri="{FF2B5EF4-FFF2-40B4-BE49-F238E27FC236}">
                <a16:creationId xmlns:a16="http://schemas.microsoft.com/office/drawing/2014/main" id="{64B7ED4B-8651-47AE-A5E8-95B02D90052C}"/>
              </a:ext>
            </a:extLst>
          </p:cNvPr>
          <p:cNvSpPr/>
          <p:nvPr/>
        </p:nvSpPr>
        <p:spPr>
          <a:xfrm>
            <a:off x="7194332" y="5638801"/>
            <a:ext cx="2364558" cy="830997"/>
          </a:xfrm>
          <a:prstGeom prst="rect">
            <a:avLst/>
          </a:prstGeom>
        </p:spPr>
        <p:txBody>
          <a:bodyPr wrap="none" lIns="0" tIns="0" rIns="0" bIns="0">
            <a:spAutoFit/>
          </a:bodyPr>
          <a:lstStyle/>
          <a:p>
            <a:pPr algn="r"/>
            <a:r>
              <a:rPr lang="de-DE">
                <a:solidFill>
                  <a:schemeClr val="tx1">
                    <a:lumMod val="65000"/>
                    <a:lumOff val="35000"/>
                  </a:schemeClr>
                </a:solidFill>
                <a:latin typeface="Calibri Light" panose="020F0302020204030204" pitchFamily="34" charset="0"/>
                <a:cs typeface="Calibri Light" panose="020F0302020204030204" pitchFamily="34" charset="0"/>
              </a:rPr>
              <a:t>Roger E. Rhoades</a:t>
            </a:r>
          </a:p>
          <a:p>
            <a:pPr algn="r"/>
            <a:r>
              <a:rPr lang="de-DE">
                <a:solidFill>
                  <a:schemeClr val="tx1">
                    <a:lumMod val="65000"/>
                    <a:lumOff val="35000"/>
                  </a:schemeClr>
                </a:solidFill>
                <a:latin typeface="Calibri Light" panose="020F0302020204030204" pitchFamily="34" charset="0"/>
                <a:cs typeface="Calibri Light" panose="020F0302020204030204" pitchFamily="34" charset="0"/>
              </a:rPr>
              <a:t>Albion Academy</a:t>
            </a:r>
          </a:p>
          <a:p>
            <a:pPr algn="r"/>
            <a:r>
              <a:rPr lang="de-DE">
                <a:solidFill>
                  <a:schemeClr val="tx1">
                    <a:lumMod val="65000"/>
                    <a:lumOff val="35000"/>
                  </a:schemeClr>
                </a:solidFill>
                <a:latin typeface="Calibri Light" panose="020F0302020204030204" pitchFamily="34" charset="0"/>
                <a:cs typeface="Calibri Light" panose="020F0302020204030204" pitchFamily="34" charset="0"/>
              </a:rPr>
              <a:t>www.albionacademy.com</a:t>
            </a:r>
          </a:p>
        </p:txBody>
      </p:sp>
      <p:sp>
        <p:nvSpPr>
          <p:cNvPr id="10" name="Rechteck 7">
            <a:extLst>
              <a:ext uri="{FF2B5EF4-FFF2-40B4-BE49-F238E27FC236}">
                <a16:creationId xmlns:a16="http://schemas.microsoft.com/office/drawing/2014/main" id="{135BD5C4-70AE-4B6C-88C5-FE20863BC825}"/>
              </a:ext>
            </a:extLst>
          </p:cNvPr>
          <p:cNvSpPr/>
          <p:nvPr/>
        </p:nvSpPr>
        <p:spPr>
          <a:xfrm>
            <a:off x="8077200" y="6558610"/>
            <a:ext cx="1488824" cy="153888"/>
          </a:xfrm>
          <a:prstGeom prst="rect">
            <a:avLst/>
          </a:prstGeom>
        </p:spPr>
        <p:txBody>
          <a:bodyPr wrap="square" lIns="0" tIns="0" rIns="0" bIns="0">
            <a:spAutoFit/>
          </a:bodyPr>
          <a:lstStyle/>
          <a:p>
            <a:pPr algn="r"/>
            <a:r>
              <a:rPr lang="de-DE" sz="1000">
                <a:latin typeface="Calibri Light" panose="020F0302020204030204" pitchFamily="34" charset="0"/>
                <a:cs typeface="Calibri Light" panose="020F0302020204030204" pitchFamily="34" charset="0"/>
              </a:rPr>
              <a:t>Albion Copyright ©</a:t>
            </a:r>
          </a:p>
        </p:txBody>
      </p:sp>
      <p:pic>
        <p:nvPicPr>
          <p:cNvPr id="11" name="Picture 10">
            <a:extLst>
              <a:ext uri="{FF2B5EF4-FFF2-40B4-BE49-F238E27FC236}">
                <a16:creationId xmlns:a16="http://schemas.microsoft.com/office/drawing/2014/main" id="{C307C6BD-5870-4062-A13C-DE79806611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85800" y="5664191"/>
            <a:ext cx="2098181" cy="812809"/>
          </a:xfrm>
          <a:prstGeom prst="rect">
            <a:avLst/>
          </a:prstGeom>
        </p:spPr>
      </p:pic>
      <p:sp>
        <p:nvSpPr>
          <p:cNvPr id="4" name="TextBox 3">
            <a:extLst>
              <a:ext uri="{FF2B5EF4-FFF2-40B4-BE49-F238E27FC236}">
                <a16:creationId xmlns:a16="http://schemas.microsoft.com/office/drawing/2014/main" id="{D774AD49-B749-37A8-4B4B-EF54DB7DB3D7}"/>
              </a:ext>
            </a:extLst>
          </p:cNvPr>
          <p:cNvSpPr txBox="1"/>
          <p:nvPr/>
        </p:nvSpPr>
        <p:spPr>
          <a:xfrm rot="20143040">
            <a:off x="4234925" y="5043102"/>
            <a:ext cx="3508589" cy="646331"/>
          </a:xfrm>
          <a:prstGeom prst="rect">
            <a:avLst/>
          </a:prstGeom>
          <a:noFill/>
        </p:spPr>
        <p:txBody>
          <a:bodyPr wrap="none" rtlCol="0">
            <a:spAutoFit/>
          </a:bodyPr>
          <a:lstStyle/>
          <a:p>
            <a:r>
              <a:rPr lang="en-US" sz="3600" b="1" dirty="0" err="1">
                <a:solidFill>
                  <a:srgbClr val="FF0000"/>
                </a:solidFill>
                <a:latin typeface="Calibri" panose="020F0502020204030204" pitchFamily="34" charset="0"/>
                <a:ea typeface="Calibri" panose="020F0502020204030204" pitchFamily="34" charset="0"/>
                <a:cs typeface="Calibri" panose="020F0502020204030204" pitchFamily="34" charset="0"/>
              </a:rPr>
              <a:t>Nicht</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FF0000"/>
                </a:solidFill>
                <a:latin typeface="Calibri" panose="020F0502020204030204" pitchFamily="34" charset="0"/>
                <a:ea typeface="Calibri" panose="020F0502020204030204" pitchFamily="34" charset="0"/>
                <a:cs typeface="Calibri" panose="020F0502020204030204" pitchFamily="34" charset="0"/>
              </a:rPr>
              <a:t>austeilen</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6686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9BE88182-AC1E-46D4-AB39-969B75DAE929}"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2</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1968904584"/>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Voraussetzungen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27331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B77DB15-9692-4EA7-BF14-7036DDC30789}"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3094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treffen am besten zu einer Queue zu?</a:t>
                      </a:r>
                      <a:endParaRPr lang="de-DE" b="1">
                        <a:solidFill>
                          <a:srgbClr val="003CD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zwei am besten passenden Antworten aus.</a:t>
                      </a:r>
                      <a:endParaRPr lang="de-DE">
                        <a:solidFill>
                          <a:srgbClr val="003CD2"/>
                        </a:solidFill>
                      </a:endParaRPr>
                    </a:p>
                  </a:txBody>
                  <a:tcPr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Operation einreihen („</a:t>
                      </a:r>
                      <a:r>
                        <a:rPr lang="de-DE" sz="2000" err="1"/>
                        <a:t>enqueue</a:t>
                      </a:r>
                      <a:r>
                        <a:rPr lang="de-DE" sz="2000"/>
                        <a:t>“) legt ein neues Element in die Queue</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646868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Eine Queue funktioniert nach dem LIFO-Prinzip</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5179570"/>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 Stack und eine Queue arbeiten nach dem gleichen Konzept</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38197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Queue bildet die Basis für Messaging-Systeme</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176334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Werden mittels SHA-Funktionen umgesetzt</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5F56DBBB-150A-4779-BA06-6A5125431B26}"/>
              </a:ext>
            </a:extLst>
          </p:cNvPr>
          <p:cNvGrpSpPr/>
          <p:nvPr/>
        </p:nvGrpSpPr>
        <p:grpSpPr>
          <a:xfrm>
            <a:off x="579120" y="1124842"/>
            <a:ext cx="449110" cy="2186992"/>
            <a:chOff x="579120" y="1124842"/>
            <a:chExt cx="449110" cy="2186992"/>
          </a:xfrm>
        </p:grpSpPr>
        <p:sp>
          <p:nvSpPr>
            <p:cNvPr id="7" name="Rectangle 6">
              <a:extLst>
                <a:ext uri="{FF2B5EF4-FFF2-40B4-BE49-F238E27FC236}">
                  <a16:creationId xmlns:a16="http://schemas.microsoft.com/office/drawing/2014/main" id="{0693E8A7-4AC3-49CC-AB79-71D17F44EFD6}"/>
                </a:ext>
              </a:extLst>
            </p:cNvPr>
            <p:cNvSpPr/>
            <p:nvPr/>
          </p:nvSpPr>
          <p:spPr>
            <a:xfrm>
              <a:off x="579120" y="112484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3BA9FEA8-CE12-4E38-BDF3-1844C584FA03}"/>
                </a:ext>
              </a:extLst>
            </p:cNvPr>
            <p:cNvSpPr/>
            <p:nvPr/>
          </p:nvSpPr>
          <p:spPr>
            <a:xfrm>
              <a:off x="584198" y="263472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32565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CCFB7515-47AF-4834-8077-E907FBF23121}"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030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0">
                <a:tc gridSpan="5">
                  <a:txBody>
                    <a:bodyPr/>
                    <a:lstStyle/>
                    <a:p>
                      <a:r>
                        <a:rPr lang="de-DE" sz="2400" b="1" dirty="0">
                          <a:solidFill>
                            <a:srgbClr val="003CD2"/>
                          </a:solidFill>
                        </a:rPr>
                        <a:t>Welche (eine) Aussage zum Testen von den folgenden trifft am besten zu?</a:t>
                      </a:r>
                      <a:endParaRPr lang="de-DE" b="1" dirty="0">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1800">
                          <a:solidFill>
                            <a:srgbClr val="003CD2"/>
                          </a:solidFill>
                        </a:rPr>
                        <a:t>Wählen Sie die eine am besten passende Antwort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5161359"/>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Testen beweist die Fehlerfreiheit des Systems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Ziel des Testens ist es, Fehlverhalten des Systems frühzeitig aufzudecken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Tests stellen die Brauchbarkeit des Systems sicher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Im Gegensatz zu funktionalen Anforderungen können Qualitätsanforderungen nicht automatisch getestet werden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7" name="Rectangle 6">
            <a:extLst>
              <a:ext uri="{FF2B5EF4-FFF2-40B4-BE49-F238E27FC236}">
                <a16:creationId xmlns:a16="http://schemas.microsoft.com/office/drawing/2014/main" id="{5A494171-35F2-4CD9-A42F-68E6FD683A53}"/>
              </a:ext>
            </a:extLst>
          </p:cNvPr>
          <p:cNvSpPr/>
          <p:nvPr/>
        </p:nvSpPr>
        <p:spPr>
          <a:xfrm>
            <a:off x="579120" y="166350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63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BDBCBCA2-B08B-4223-9736-2D8329ACB65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5</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447353776"/>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Architekturbegriffe, -nutzen und -aufgaben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dirty="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89625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D749DD0F-AB65-448B-A273-6C6F0B2AD6D5}"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3875075988"/>
              </p:ext>
            </p:extLst>
          </p:nvPr>
        </p:nvGraphicFramePr>
        <p:xfrm>
          <a:off x="541338" y="438222"/>
          <a:ext cx="9136062" cy="49123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zu „Software-Architektur“ treffen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Wichtige, übergreifende Entwurfsentscheidungen sind ein wesentlicher Bestandteil der Softwarearchitektur</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Die Qualitätsanforderungen sind ein wesentlicher Bestandteil der Software-Architektur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Es gibt keine allgemeingültige Definition der Software-Architektur</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Software-Architektur beinhaltet die Bausteine und deren Quellcode im System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Die Software-Architektur ist die Beschreibung der grundlegenden Konzepte eines Systems, inkl. u.a. Bausteine / Komponenten, Beziehungen / Schnittstellen und Querschnittskonzepte</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Die Software-Architektur ist eine Beschreibung der Implementierungsdetails der fachlichen Funktionen des Systems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484B2867-AA3C-45FA-8EC0-32E92CD6B98F}"/>
              </a:ext>
            </a:extLst>
          </p:cNvPr>
          <p:cNvGrpSpPr/>
          <p:nvPr/>
        </p:nvGrpSpPr>
        <p:grpSpPr>
          <a:xfrm>
            <a:off x="576104" y="1124842"/>
            <a:ext cx="447048" cy="2981266"/>
            <a:chOff x="576104" y="1124842"/>
            <a:chExt cx="447048" cy="2981266"/>
          </a:xfrm>
        </p:grpSpPr>
        <p:sp>
          <p:nvSpPr>
            <p:cNvPr id="7" name="Rectangle 6">
              <a:extLst>
                <a:ext uri="{FF2B5EF4-FFF2-40B4-BE49-F238E27FC236}">
                  <a16:creationId xmlns:a16="http://schemas.microsoft.com/office/drawing/2014/main" id="{4614F875-CBDB-4133-B34D-D1182B33DDB9}"/>
                </a:ext>
              </a:extLst>
            </p:cNvPr>
            <p:cNvSpPr/>
            <p:nvPr/>
          </p:nvSpPr>
          <p:spPr>
            <a:xfrm>
              <a:off x="579120" y="112484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7BFCE42-1000-4A33-9EA5-4C5ABFDFE4DC}"/>
                </a:ext>
              </a:extLst>
            </p:cNvPr>
            <p:cNvSpPr/>
            <p:nvPr/>
          </p:nvSpPr>
          <p:spPr>
            <a:xfrm>
              <a:off x="577612" y="251952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26471897-6219-416F-B7F7-665EB4A822D5}"/>
                </a:ext>
              </a:extLst>
            </p:cNvPr>
            <p:cNvSpPr/>
            <p:nvPr/>
          </p:nvSpPr>
          <p:spPr>
            <a:xfrm>
              <a:off x="576104" y="34290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3822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6F82AC7-BB48-4EAE-B678-0D6A76B34EC6}"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7</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3027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sind die primären Ziele von Software-Architektur?</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01807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System-Bestandteile sowie Lösungsansätze dokumentieren, kommunizieren und allgemein den Stakeholdern verständlich machen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Innovative technische Lösungen entwerfen, um die Zukunftssicherheit des Systems zu sichern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Erläutern, wie die geforderte Qualität des Software-Systems erreicht wird</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Architekturvorgaben an die Implementierer des Systems definieren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Ermöglichen, dass der Aufwand zur Implementierung, Betrieb und Erweiterung des Systems über dessen gesamten Lebenszyklus reduziert wird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C56918B2-C694-4AEA-8E67-50F63ACA5612}"/>
              </a:ext>
            </a:extLst>
          </p:cNvPr>
          <p:cNvGrpSpPr/>
          <p:nvPr/>
        </p:nvGrpSpPr>
        <p:grpSpPr>
          <a:xfrm>
            <a:off x="571866" y="1497078"/>
            <a:ext cx="766528" cy="2998722"/>
            <a:chOff x="571866" y="1083018"/>
            <a:chExt cx="766528" cy="2998722"/>
          </a:xfrm>
        </p:grpSpPr>
        <p:sp>
          <p:nvSpPr>
            <p:cNvPr id="7" name="Rectangle 6">
              <a:extLst>
                <a:ext uri="{FF2B5EF4-FFF2-40B4-BE49-F238E27FC236}">
                  <a16:creationId xmlns:a16="http://schemas.microsoft.com/office/drawing/2014/main" id="{BF5EC75C-6C45-4F6B-BF43-325A4EBB6344}"/>
                </a:ext>
              </a:extLst>
            </p:cNvPr>
            <p:cNvSpPr/>
            <p:nvPr/>
          </p:nvSpPr>
          <p:spPr>
            <a:xfrm>
              <a:off x="579120" y="108301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7226C81-7DF5-42C5-9916-01B97610ECEF}"/>
                </a:ext>
              </a:extLst>
            </p:cNvPr>
            <p:cNvSpPr/>
            <p:nvPr/>
          </p:nvSpPr>
          <p:spPr>
            <a:xfrm>
              <a:off x="979321" y="1863833"/>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22557F7A-83F7-4675-A7F1-E8E649D496CF}"/>
                </a:ext>
              </a:extLst>
            </p:cNvPr>
            <p:cNvSpPr/>
            <p:nvPr/>
          </p:nvSpPr>
          <p:spPr>
            <a:xfrm>
              <a:off x="579496" y="25232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D12E97AD-3A02-4D35-A9A0-AAF8BE69D7F8}"/>
                </a:ext>
              </a:extLst>
            </p:cNvPr>
            <p:cNvSpPr/>
            <p:nvPr/>
          </p:nvSpPr>
          <p:spPr>
            <a:xfrm>
              <a:off x="579872" y="2971800"/>
              <a:ext cx="65" cy="677108"/>
            </a:xfrm>
            <a:prstGeom prst="rect">
              <a:avLst/>
            </a:prstGeom>
          </p:spPr>
          <p:txBody>
            <a:bodyPr wrap="none" lIns="0" tIns="0" rIns="0" bIns="0">
              <a:spAutoFit/>
            </a:bodyPr>
            <a:lstStyle/>
            <a:p>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709FB016-CC8C-431B-8EFF-19357EA5B3EC}"/>
                </a:ext>
              </a:extLst>
            </p:cNvPr>
            <p:cNvSpPr/>
            <p:nvPr/>
          </p:nvSpPr>
          <p:spPr>
            <a:xfrm>
              <a:off x="580248" y="297163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0002AAF9-0553-433D-BF57-B2656443C6F8}"/>
                </a:ext>
              </a:extLst>
            </p:cNvPr>
            <p:cNvSpPr/>
            <p:nvPr/>
          </p:nvSpPr>
          <p:spPr>
            <a:xfrm>
              <a:off x="571866" y="340463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92147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96E418D0-A10A-4FA2-9766-74440C97C712}"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5105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Verantwortungen trägt der Software-Architekt bzgl. Anforderungen?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51077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Anforderungen bzgl. deren Klarheit, Machbarkeit, etc. aus Sicht des Architekten klären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Qualitätsanforderungen und -szenarien definieren, priorisieren und dokumentieren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Erfüllbarkeit der funktionalen Anforderungen durch einen geeigneten Software-Architekturentwurf gewährleisten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Qualitätsanforderungen durch einen geeigneten Software-Architektur-Entwurf erfüllen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99507776-F28F-484A-ACB7-57DBFAA80963}"/>
              </a:ext>
            </a:extLst>
          </p:cNvPr>
          <p:cNvGrpSpPr/>
          <p:nvPr/>
        </p:nvGrpSpPr>
        <p:grpSpPr>
          <a:xfrm>
            <a:off x="577612" y="1846184"/>
            <a:ext cx="760782" cy="2905988"/>
            <a:chOff x="577612" y="1456492"/>
            <a:chExt cx="760782" cy="2905988"/>
          </a:xfrm>
        </p:grpSpPr>
        <p:sp>
          <p:nvSpPr>
            <p:cNvPr id="7" name="Rectangle 6">
              <a:extLst>
                <a:ext uri="{FF2B5EF4-FFF2-40B4-BE49-F238E27FC236}">
                  <a16:creationId xmlns:a16="http://schemas.microsoft.com/office/drawing/2014/main" id="{9129B19C-D4CC-4E87-9F3D-4B149B475733}"/>
                </a:ext>
              </a:extLst>
            </p:cNvPr>
            <p:cNvSpPr/>
            <p:nvPr/>
          </p:nvSpPr>
          <p:spPr>
            <a:xfrm>
              <a:off x="579120" y="14564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EBE8D9DF-516E-49FE-9A78-0675FF2478D7}"/>
                </a:ext>
              </a:extLst>
            </p:cNvPr>
            <p:cNvSpPr/>
            <p:nvPr/>
          </p:nvSpPr>
          <p:spPr>
            <a:xfrm>
              <a:off x="979321" y="2277308"/>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7C2FE69C-C6E3-41D4-A429-6A34B8B8D98F}"/>
                </a:ext>
              </a:extLst>
            </p:cNvPr>
            <p:cNvSpPr/>
            <p:nvPr/>
          </p:nvSpPr>
          <p:spPr>
            <a:xfrm>
              <a:off x="579496" y="368537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5CF43012-1F43-4FDC-BA0C-0FC07A3ED12B}"/>
                </a:ext>
              </a:extLst>
            </p:cNvPr>
            <p:cNvSpPr/>
            <p:nvPr/>
          </p:nvSpPr>
          <p:spPr>
            <a:xfrm>
              <a:off x="577612" y="294711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grpSp>
        <p:nvGrpSpPr>
          <p:cNvPr id="14" name="Group 13">
            <a:extLst>
              <a:ext uri="{FF2B5EF4-FFF2-40B4-BE49-F238E27FC236}">
                <a16:creationId xmlns:a16="http://schemas.microsoft.com/office/drawing/2014/main" id="{30E2AB7B-2696-95CD-C812-C532CB72E62A}"/>
              </a:ext>
            </a:extLst>
          </p:cNvPr>
          <p:cNvGrpSpPr/>
          <p:nvPr/>
        </p:nvGrpSpPr>
        <p:grpSpPr>
          <a:xfrm>
            <a:off x="388938" y="3344108"/>
            <a:ext cx="9296723" cy="3114605"/>
            <a:chOff x="388938" y="3344108"/>
            <a:chExt cx="9296723" cy="3114605"/>
          </a:xfrm>
        </p:grpSpPr>
        <p:sp>
          <p:nvSpPr>
            <p:cNvPr id="10" name="Rectangle 9">
              <a:extLst>
                <a:ext uri="{FF2B5EF4-FFF2-40B4-BE49-F238E27FC236}">
                  <a16:creationId xmlns:a16="http://schemas.microsoft.com/office/drawing/2014/main" id="{83D57832-28D5-B498-8443-6FB26496DCD9}"/>
                </a:ext>
              </a:extLst>
            </p:cNvPr>
            <p:cNvSpPr/>
            <p:nvPr/>
          </p:nvSpPr>
          <p:spPr>
            <a:xfrm>
              <a:off x="388938" y="4991935"/>
              <a:ext cx="9296723" cy="1466778"/>
            </a:xfrm>
            <a:prstGeom prst="rect">
              <a:avLst/>
            </a:prstGeom>
            <a:solidFill>
              <a:srgbClr val="FFFFCC"/>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b="1" dirty="0"/>
                <a:t>Gemäß dem Lehrplan sollen die Anforderungen gegebenenfalls "verfeinert" werden.  (Lehrplan: „Anforderungen […] klären, hinterfragen und bei Bedarf verfeinern“). Hier gibt es sehr unterschiedliche Meinungen. Wenn der Architekt die Anforderungen "verfeinert" besteht die Gefahr, dass sie falsch interpretiert werden und die Bedeutung der Anforderung verändert wird. Dies kann sowohl berufliche als auch rechtliche Konsequenzen haben und soll deswegen vermieden werden.</a:t>
              </a:r>
            </a:p>
          </p:txBody>
        </p:sp>
        <p:cxnSp>
          <p:nvCxnSpPr>
            <p:cNvPr id="11" name="Straight Arrow Connector 10">
              <a:extLst>
                <a:ext uri="{FF2B5EF4-FFF2-40B4-BE49-F238E27FC236}">
                  <a16:creationId xmlns:a16="http://schemas.microsoft.com/office/drawing/2014/main" id="{06393865-C53C-52CF-D6E7-D9FC0A0F471F}"/>
                </a:ext>
              </a:extLst>
            </p:cNvPr>
            <p:cNvCxnSpPr>
              <a:cxnSpLocks/>
              <a:stCxn id="10" idx="1"/>
              <a:endCxn id="8" idx="2"/>
            </p:cNvCxnSpPr>
            <p:nvPr/>
          </p:nvCxnSpPr>
          <p:spPr>
            <a:xfrm flipV="1">
              <a:off x="388938" y="3344108"/>
              <a:ext cx="769920" cy="23812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81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31E4CCF-B630-48B2-90E1-A65CBAA40905}"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1808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Verantwortungen trägt der Software-Architekt? </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877991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Auswahl und Verwendung von Architekturmustern im System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Definition der architekturrelevanten Integrationstests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Implementierung der Querschnittskonzepte, z.B. Logging, Transaktionsmanagement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Definition der Schnittstellen zwischen wesentlichen Bausteinen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Verwaltung der </a:t>
                      </a:r>
                      <a:r>
                        <a:rPr lang="de-DE" sz="2000" err="1"/>
                        <a:t>Continuous</a:t>
                      </a:r>
                      <a:r>
                        <a:rPr lang="de-DE" sz="2000"/>
                        <a:t>-Integration-Umgebung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Auswahl der Programmiersprache(n) des Systems, wenn nicht vorgegeben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ABA8B8CF-5404-4828-96E3-D5E76D037229}"/>
              </a:ext>
            </a:extLst>
          </p:cNvPr>
          <p:cNvGrpSpPr/>
          <p:nvPr/>
        </p:nvGrpSpPr>
        <p:grpSpPr>
          <a:xfrm>
            <a:off x="557294" y="1499482"/>
            <a:ext cx="773574" cy="3148718"/>
            <a:chOff x="557294" y="1083449"/>
            <a:chExt cx="773574" cy="3148718"/>
          </a:xfrm>
        </p:grpSpPr>
        <p:sp>
          <p:nvSpPr>
            <p:cNvPr id="7" name="Rectangle 6">
              <a:extLst>
                <a:ext uri="{FF2B5EF4-FFF2-40B4-BE49-F238E27FC236}">
                  <a16:creationId xmlns:a16="http://schemas.microsoft.com/office/drawing/2014/main" id="{593FE3AB-E3C7-437F-B862-934B8F12F0A1}"/>
                </a:ext>
              </a:extLst>
            </p:cNvPr>
            <p:cNvSpPr/>
            <p:nvPr/>
          </p:nvSpPr>
          <p:spPr>
            <a:xfrm>
              <a:off x="579120"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7B79599-73DD-4587-8394-621BBF364363}"/>
                </a:ext>
              </a:extLst>
            </p:cNvPr>
            <p:cNvSpPr/>
            <p:nvPr/>
          </p:nvSpPr>
          <p:spPr>
            <a:xfrm>
              <a:off x="971795" y="1567499"/>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BCDA7E8-F661-49AF-86C0-680AFA1EF0B1}"/>
                </a:ext>
              </a:extLst>
            </p:cNvPr>
            <p:cNvSpPr/>
            <p:nvPr/>
          </p:nvSpPr>
          <p:spPr>
            <a:xfrm>
              <a:off x="568207" y="2675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161815C-3BEB-4835-8474-A2148754A344}"/>
                </a:ext>
              </a:extLst>
            </p:cNvPr>
            <p:cNvSpPr/>
            <p:nvPr/>
          </p:nvSpPr>
          <p:spPr>
            <a:xfrm>
              <a:off x="557294" y="355505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4F503BD-E557-4828-85F3-C2A4723FB655}"/>
                </a:ext>
              </a:extLst>
            </p:cNvPr>
            <p:cNvSpPr/>
            <p:nvPr/>
          </p:nvSpPr>
          <p:spPr>
            <a:xfrm>
              <a:off x="963608" y="200494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EF9F580-41BA-41CC-B200-4BEDB8DCB342}"/>
                </a:ext>
              </a:extLst>
            </p:cNvPr>
            <p:cNvSpPr/>
            <p:nvPr/>
          </p:nvSpPr>
          <p:spPr>
            <a:xfrm>
              <a:off x="966710" y="316393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grpSp>
        <p:nvGrpSpPr>
          <p:cNvPr id="13" name="Group 12">
            <a:extLst>
              <a:ext uri="{FF2B5EF4-FFF2-40B4-BE49-F238E27FC236}">
                <a16:creationId xmlns:a16="http://schemas.microsoft.com/office/drawing/2014/main" id="{E64C9A37-B918-E6CA-4E88-FCD97B3482DF}"/>
              </a:ext>
            </a:extLst>
          </p:cNvPr>
          <p:cNvGrpSpPr/>
          <p:nvPr/>
        </p:nvGrpSpPr>
        <p:grpSpPr>
          <a:xfrm>
            <a:off x="1306664" y="2660640"/>
            <a:ext cx="8126119" cy="3827139"/>
            <a:chOff x="5421464" y="-1372183"/>
            <a:chExt cx="8126119" cy="3827139"/>
          </a:xfrm>
        </p:grpSpPr>
        <p:sp>
          <p:nvSpPr>
            <p:cNvPr id="14" name="Rectangle 13">
              <a:extLst>
                <a:ext uri="{FF2B5EF4-FFF2-40B4-BE49-F238E27FC236}">
                  <a16:creationId xmlns:a16="http://schemas.microsoft.com/office/drawing/2014/main" id="{D5990B18-33F7-B74E-0F29-BBEC1F710AC7}"/>
                </a:ext>
              </a:extLst>
            </p:cNvPr>
            <p:cNvSpPr/>
            <p:nvPr/>
          </p:nvSpPr>
          <p:spPr>
            <a:xfrm>
              <a:off x="5546583" y="821286"/>
              <a:ext cx="8001000" cy="1633670"/>
            </a:xfrm>
            <a:prstGeom prst="rect">
              <a:avLst/>
            </a:prstGeom>
            <a:solidFill>
              <a:srgbClr val="FFFFCC"/>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b="1"/>
                <a:t>Die englische und die deutsche Fassung des Lehrplans sind unterschiedlich. In der deutschen Fassung kann der Architekt die Querschnittskonzepte bei Bedarf umsetzen. Aber in jedem Fall sollte der Architekt nicht ALLE übergreifenden Anliegen umsetzen.</a:t>
              </a:r>
              <a:endParaRPr lang="en-US" b="1"/>
            </a:p>
            <a:p>
              <a:pPr algn="ctr"/>
              <a:r>
                <a:rPr lang="en-US" b="1"/>
                <a:t>English: “determine and decide on cross-cutting concepts […]”</a:t>
              </a:r>
            </a:p>
            <a:p>
              <a:pPr algn="ctr"/>
              <a:r>
                <a:rPr lang="en-US" b="1"/>
                <a:t>German “</a:t>
              </a:r>
              <a:r>
                <a:rPr lang="de-DE" b="1"/>
                <a:t>Querschnittskonzepte entscheiden […] und bei Bedarf umsetzen</a:t>
              </a:r>
              <a:r>
                <a:rPr lang="en-US" b="1"/>
                <a:t>”</a:t>
              </a:r>
            </a:p>
          </p:txBody>
        </p:sp>
        <p:cxnSp>
          <p:nvCxnSpPr>
            <p:cNvPr id="15" name="Straight Arrow Connector 14">
              <a:extLst>
                <a:ext uri="{FF2B5EF4-FFF2-40B4-BE49-F238E27FC236}">
                  <a16:creationId xmlns:a16="http://schemas.microsoft.com/office/drawing/2014/main" id="{66509AC3-5D3A-F766-68F1-EA665D0658A8}"/>
                </a:ext>
              </a:extLst>
            </p:cNvPr>
            <p:cNvCxnSpPr>
              <a:cxnSpLocks/>
              <a:stCxn id="14" idx="1"/>
            </p:cNvCxnSpPr>
            <p:nvPr/>
          </p:nvCxnSpPr>
          <p:spPr>
            <a:xfrm flipH="1" flipV="1">
              <a:off x="5421464" y="-1372183"/>
              <a:ext cx="125119" cy="30103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786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DE7EC529-0A98-4242-A894-584884498397}"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4466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Wann sollte die Arbeit an Softwarearchitektur im Lebenszyklus von Software beginnen?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a:solidFill>
                            <a:srgbClr val="003CD2"/>
                          </a:solidFill>
                        </a:rPr>
                        <a:t>Wählen Sie die </a:t>
                      </a:r>
                      <a:r>
                        <a:rPr lang="de-DE" b="1">
                          <a:solidFill>
                            <a:srgbClr val="003CD2"/>
                          </a:solidFill>
                          <a:latin typeface="Calibri" panose="020F0502020204030204" pitchFamily="34" charset="0"/>
                          <a:ea typeface="Calibri" panose="020F0502020204030204" pitchFamily="34" charset="0"/>
                          <a:cs typeface="Calibri" panose="020F0502020204030204" pitchFamily="34" charset="0"/>
                        </a:rPr>
                        <a:t>eine</a:t>
                      </a:r>
                      <a:r>
                        <a:rPr lang="de-DE">
                          <a:solidFill>
                            <a:srgbClr val="003CD2"/>
                          </a:solidFill>
                        </a:rPr>
                        <a:t> am besten passende Antwort aus.</a:t>
                      </a: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Anforderungsphase (möglicherweise früher)</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Architekturphase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Designphase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Entwicklungsphase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Wartungsphase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7269777"/>
                  </a:ext>
                </a:extLst>
              </a:tr>
            </a:tbl>
          </a:graphicData>
        </a:graphic>
      </p:graphicFrame>
      <p:sp>
        <p:nvSpPr>
          <p:cNvPr id="5" name="Rectangle 4">
            <a:extLst>
              <a:ext uri="{FF2B5EF4-FFF2-40B4-BE49-F238E27FC236}">
                <a16:creationId xmlns:a16="http://schemas.microsoft.com/office/drawing/2014/main" id="{CE90A58A-A9DA-45FD-9836-6EAE71BBA554}"/>
              </a:ext>
            </a:extLst>
          </p:cNvPr>
          <p:cNvSpPr/>
          <p:nvPr/>
        </p:nvSpPr>
        <p:spPr>
          <a:xfrm>
            <a:off x="579120" y="15240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612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33D65D63-2EAA-4DAC-A3CE-D6D8171BF813}"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33400" y="438222"/>
          <a:ext cx="8591862" cy="2978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Was zählt zu Ihren Aufgaben bezüglich gestellter Anforderungen an die Softwarearchitektur oder die Software?</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a:t>
                      </a:r>
                      <a:r>
                        <a:rPr lang="de-DE" sz="1600" b="1">
                          <a:solidFill>
                            <a:srgbClr val="003CD2"/>
                          </a:solidFill>
                          <a:latin typeface="Calibri" panose="020F0502020204030204" pitchFamily="34" charset="0"/>
                          <a:ea typeface="Calibri" panose="020F0502020204030204" pitchFamily="34" charset="0"/>
                          <a:cs typeface="Calibri" panose="020F0502020204030204" pitchFamily="34" charset="0"/>
                        </a:rPr>
                        <a:t>zwei</a:t>
                      </a:r>
                      <a:r>
                        <a:rPr lang="de-DE" sz="1600">
                          <a:solidFill>
                            <a:srgbClr val="003CD2"/>
                          </a:solidFill>
                        </a:rPr>
                        <a:t>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Den Anforderungen widersprechen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Widersprüche in den Anforderungen ermitteln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Anforderungen hinterfragen, z. B. auf implizite Auswirkungen hinweisen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Den Umfang der Anforderungen erweitern wo nötig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7" name="Group 6">
            <a:extLst>
              <a:ext uri="{FF2B5EF4-FFF2-40B4-BE49-F238E27FC236}">
                <a16:creationId xmlns:a16="http://schemas.microsoft.com/office/drawing/2014/main" id="{BA392297-860C-49C8-B9A6-E6B1AD4C999A}"/>
              </a:ext>
            </a:extLst>
          </p:cNvPr>
          <p:cNvGrpSpPr/>
          <p:nvPr/>
        </p:nvGrpSpPr>
        <p:grpSpPr>
          <a:xfrm>
            <a:off x="578393" y="1913692"/>
            <a:ext cx="444759" cy="1088608"/>
            <a:chOff x="578393" y="1913692"/>
            <a:chExt cx="444759" cy="1088608"/>
          </a:xfrm>
        </p:grpSpPr>
        <p:sp>
          <p:nvSpPr>
            <p:cNvPr id="5" name="Rectangle 4">
              <a:extLst>
                <a:ext uri="{FF2B5EF4-FFF2-40B4-BE49-F238E27FC236}">
                  <a16:creationId xmlns:a16="http://schemas.microsoft.com/office/drawing/2014/main" id="{CE90A58A-A9DA-45FD-9836-6EAE71BBA554}"/>
                </a:ext>
              </a:extLst>
            </p:cNvPr>
            <p:cNvSpPr/>
            <p:nvPr/>
          </p:nvSpPr>
          <p:spPr>
            <a:xfrm>
              <a:off x="579120" y="1913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647D7B7-81B7-4A5A-A7DC-738091052D2D}"/>
                </a:ext>
              </a:extLst>
            </p:cNvPr>
            <p:cNvSpPr/>
            <p:nvPr/>
          </p:nvSpPr>
          <p:spPr>
            <a:xfrm>
              <a:off x="578393" y="23251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0061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BB85529-5B96-4AE4-BC5F-05882C72C847}"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12</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050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Was gehört zu Ihren Aufgaben als Softwarearchitekt?</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a:t>
                      </a:r>
                      <a:r>
                        <a:rPr lang="de-DE" sz="1600" b="1">
                          <a:solidFill>
                            <a:srgbClr val="003CD2"/>
                          </a:solidFill>
                          <a:latin typeface="Calibri" panose="020F0502020204030204" pitchFamily="34" charset="0"/>
                          <a:ea typeface="Calibri" panose="020F0502020204030204" pitchFamily="34" charset="0"/>
                          <a:cs typeface="Calibri" panose="020F0502020204030204" pitchFamily="34" charset="0"/>
                        </a:rPr>
                        <a:t>eine</a:t>
                      </a:r>
                      <a:r>
                        <a:rPr lang="de-DE" sz="1600">
                          <a:solidFill>
                            <a:srgbClr val="003CD2"/>
                          </a:solidFill>
                        </a:rPr>
                        <a:t> am besten passende Antwort aus.</a:t>
                      </a: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Anforderungen definieren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Leitung des Entwicklungsteams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Implementierung der Architektur begleiten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Implementierung aller Querschnittskonzepte (z.B. Logging, Security)</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Testfälle für architekturrelevante Themen definieren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sp>
        <p:nvSpPr>
          <p:cNvPr id="5" name="Rectangle 4">
            <a:extLst>
              <a:ext uri="{FF2B5EF4-FFF2-40B4-BE49-F238E27FC236}">
                <a16:creationId xmlns:a16="http://schemas.microsoft.com/office/drawing/2014/main" id="{CE90A58A-A9DA-45FD-9836-6EAE71BBA554}"/>
              </a:ext>
            </a:extLst>
          </p:cNvPr>
          <p:cNvSpPr/>
          <p:nvPr/>
        </p:nvSpPr>
        <p:spPr>
          <a:xfrm>
            <a:off x="579120" y="19898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322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4E8C8633-96EC-4ACF-8F05-D9458EF9546A}"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13</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507742547"/>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dirty="0">
                          <a:solidFill>
                            <a:schemeClr val="bg1"/>
                          </a:solidFill>
                        </a:rPr>
                        <a:t>3.</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Stakeholder Anliegen und Zusammenarbeit</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66818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F6B0AE2-E2DB-4450-A596-5ECFA4656ADE}"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817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treffen am besten zur Zusammenarbeit zwischen dem Architekten und dem Management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verantwortet die Einschätzung des Entwicklungsaufwandes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Der Architekt definiert die Arbeitspakete auf Basis der Architekturstruktur, z.B. ein Arbeitspaket pro Microservice bzw. Architekturschicht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Der Architekt unterstützt den Projektleiter bei der Gestaltung der Arbeitspakete und Bestimmung des entsprechenden Implementierungsaufwandes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Durch die Architekturentscheidungen kann der Architekt das Projekt erheblich beeinflussen, z.B. die Projektteam-Organisation, Arbeitspakete, Terminierung etc.</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E5D5F302-EB26-4F80-A1D9-F2FE62F06EB5}"/>
              </a:ext>
            </a:extLst>
          </p:cNvPr>
          <p:cNvGrpSpPr/>
          <p:nvPr/>
        </p:nvGrpSpPr>
        <p:grpSpPr>
          <a:xfrm>
            <a:off x="546568" y="2609615"/>
            <a:ext cx="455321" cy="1391355"/>
            <a:chOff x="546568" y="2609615"/>
            <a:chExt cx="455321" cy="1391355"/>
          </a:xfrm>
        </p:grpSpPr>
        <p:sp>
          <p:nvSpPr>
            <p:cNvPr id="7" name="Rectangle 6">
              <a:extLst>
                <a:ext uri="{FF2B5EF4-FFF2-40B4-BE49-F238E27FC236}">
                  <a16:creationId xmlns:a16="http://schemas.microsoft.com/office/drawing/2014/main" id="{70D63492-0AA1-416B-A239-CCDE451E9CD1}"/>
                </a:ext>
              </a:extLst>
            </p:cNvPr>
            <p:cNvSpPr/>
            <p:nvPr/>
          </p:nvSpPr>
          <p:spPr>
            <a:xfrm>
              <a:off x="546568" y="260961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BD47A52D-E979-4B5B-BFB8-411B90DFD757}"/>
                </a:ext>
              </a:extLst>
            </p:cNvPr>
            <p:cNvSpPr/>
            <p:nvPr/>
          </p:nvSpPr>
          <p:spPr>
            <a:xfrm>
              <a:off x="557857" y="332386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02603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F727DAEF-AF4C-48E1-AE99-F847576188E2}"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380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 trifft am besten zur Zusammenarbeit zwischen dem Architekten und dem Projektleiter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eine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verantwortet die architekturrelevanten Risiken, inkl. der Planung und Umsetzung der entsprechenden Gegenmaßnahmen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Der Architekt ermittelt die architekturrelevanten Risiken und stimmt diese mit dem Projektleiter ab</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marL="0" marR="0" lvl="0" indent="0" algn="ctr" defTabSz="914361"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Die architekturrelevanten Risiken werden vom Architekten und die projektrelevanten Risiken werden vom Projektleiter gepflegt</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5512109"/>
                  </a:ext>
                </a:extLst>
              </a:tr>
            </a:tbl>
          </a:graphicData>
        </a:graphic>
      </p:graphicFrame>
      <p:sp>
        <p:nvSpPr>
          <p:cNvPr id="7" name="Rectangle 6">
            <a:extLst>
              <a:ext uri="{FF2B5EF4-FFF2-40B4-BE49-F238E27FC236}">
                <a16:creationId xmlns:a16="http://schemas.microsoft.com/office/drawing/2014/main" id="{70D63492-0AA1-416B-A239-CCDE451E9CD1}"/>
              </a:ext>
            </a:extLst>
          </p:cNvPr>
          <p:cNvSpPr/>
          <p:nvPr/>
        </p:nvSpPr>
        <p:spPr>
          <a:xfrm>
            <a:off x="568084" y="217035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894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664A08B-BD74-4893-853B-09E932C0C97E}"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524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Beiträge soll ein Architekt für die Projektleitung erbringen?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8051611"/>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Die Entwickler/innen führen.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Ermittlung von technischen Risiken.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Team-Zusammenstellung bestimmen, um die Implementierung zu optimieren.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800"/>
                        <a:t>Die Zusammenstellung und Aufteilung von Arbeitspaketen (Projektaufgaben) auf Basis der Architektur empfehlen.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7" name="Group 6">
            <a:extLst>
              <a:ext uri="{FF2B5EF4-FFF2-40B4-BE49-F238E27FC236}">
                <a16:creationId xmlns:a16="http://schemas.microsoft.com/office/drawing/2014/main" id="{A677D473-82FB-46C1-A3C6-6017AA429EA0}"/>
              </a:ext>
            </a:extLst>
          </p:cNvPr>
          <p:cNvGrpSpPr/>
          <p:nvPr/>
        </p:nvGrpSpPr>
        <p:grpSpPr>
          <a:xfrm>
            <a:off x="572407" y="1524000"/>
            <a:ext cx="765987" cy="2255856"/>
            <a:chOff x="572407" y="1151692"/>
            <a:chExt cx="765987" cy="2255856"/>
          </a:xfrm>
        </p:grpSpPr>
        <p:sp>
          <p:nvSpPr>
            <p:cNvPr id="5" name="Rectangle 4">
              <a:extLst>
                <a:ext uri="{FF2B5EF4-FFF2-40B4-BE49-F238E27FC236}">
                  <a16:creationId xmlns:a16="http://schemas.microsoft.com/office/drawing/2014/main" id="{CE90A58A-A9DA-45FD-9836-6EAE71BBA554}"/>
                </a:ext>
              </a:extLst>
            </p:cNvPr>
            <p:cNvSpPr/>
            <p:nvPr/>
          </p:nvSpPr>
          <p:spPr>
            <a:xfrm>
              <a:off x="579120" y="156898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11516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46D7746-5DA8-46DC-811E-9D4CF70A7FE9}"/>
                </a:ext>
              </a:extLst>
            </p:cNvPr>
            <p:cNvSpPr/>
            <p:nvPr/>
          </p:nvSpPr>
          <p:spPr>
            <a:xfrm>
              <a:off x="572407" y="273044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174E52D3-328F-4FAA-87C5-4F5F4C2E4C24}"/>
                </a:ext>
              </a:extLst>
            </p:cNvPr>
            <p:cNvSpPr/>
            <p:nvPr/>
          </p:nvSpPr>
          <p:spPr>
            <a:xfrm>
              <a:off x="972608" y="2035635"/>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1335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EF3FE4DF-8C8B-401A-9750-B541093DF0FF}"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17</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95584035"/>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Einflussfaktoren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4159441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6D78B03-CAE8-4A37-80C1-12146B256CBA}"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617072474"/>
              </p:ext>
            </p:extLst>
          </p:nvPr>
        </p:nvGraphicFramePr>
        <p:xfrm>
          <a:off x="541338" y="438222"/>
          <a:ext cx="9059862" cy="43276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Was sind die Konsequenzen von Conway‘s Law?</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Komplexe Unternehmen tendieren zu komplexen Software-Architekturen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Alles, was schiefgehen kann, wird schiefgehen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Kommunikationsbarrieren zwischen Teams spiegeln sich meist auch in der Architektur wider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Komplexität integrierter Schaltkreise verdoppelt sich alle 24 Monate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Drei Teams sind für die Erstellung der Software-Architektur eines </a:t>
                      </a:r>
                      <a:br>
                        <a:rPr lang="de-DE" sz="2000"/>
                      </a:br>
                      <a:r>
                        <a:rPr lang="de-DE" sz="2000"/>
                        <a:t>„</a:t>
                      </a:r>
                      <a:r>
                        <a:rPr lang="de-DE" sz="2000" err="1"/>
                        <a:t>Three</a:t>
                      </a:r>
                      <a:r>
                        <a:rPr lang="de-DE" sz="2000"/>
                        <a:t>-Pass-Compilers“ nötig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Software-Systeme bilden mitunter eher die interne Kommunikationsstruktur des Unternehmens ab, anstatt die Bedürfnisse des Nutzers des Systems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76B63AD3-1908-4DB6-B59C-3E60EEBA50A7}"/>
              </a:ext>
            </a:extLst>
          </p:cNvPr>
          <p:cNvGrpSpPr/>
          <p:nvPr/>
        </p:nvGrpSpPr>
        <p:grpSpPr>
          <a:xfrm>
            <a:off x="562940" y="1083449"/>
            <a:ext cx="460212" cy="3427403"/>
            <a:chOff x="562940" y="1083449"/>
            <a:chExt cx="460212" cy="3427403"/>
          </a:xfrm>
        </p:grpSpPr>
        <p:sp>
          <p:nvSpPr>
            <p:cNvPr id="7" name="Rectangle 6">
              <a:extLst>
                <a:ext uri="{FF2B5EF4-FFF2-40B4-BE49-F238E27FC236}">
                  <a16:creationId xmlns:a16="http://schemas.microsoft.com/office/drawing/2014/main" id="{3B2C24D1-2C71-4379-A8D0-3F318F5524D4}"/>
                </a:ext>
              </a:extLst>
            </p:cNvPr>
            <p:cNvSpPr/>
            <p:nvPr/>
          </p:nvSpPr>
          <p:spPr>
            <a:xfrm>
              <a:off x="579120"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29C0BB4-FE77-408C-80C4-97431AB486C6}"/>
                </a:ext>
              </a:extLst>
            </p:cNvPr>
            <p:cNvSpPr/>
            <p:nvPr/>
          </p:nvSpPr>
          <p:spPr>
            <a:xfrm>
              <a:off x="571030" y="196991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E457E25-B940-4CE5-96F5-69B0060159B5}"/>
                </a:ext>
              </a:extLst>
            </p:cNvPr>
            <p:cNvSpPr/>
            <p:nvPr/>
          </p:nvSpPr>
          <p:spPr>
            <a:xfrm>
              <a:off x="562940" y="383374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25459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A8C3C1D-97A9-4EC8-8A17-8468D7970AEB}"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7430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Antworten bzgl. Qualitätsmerkmale sind richtig?</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955758"/>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Implementierung hoher Performanz-Anforderungen kann Projektkosten erhöhen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Flexibilität erhöht die Sicherheit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Verfügbarkeit erhöht die funktionale Korrektheit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Performanz kann zur besseren Benutzerfreundlichkeit beitragen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Performanz führt zur besseren Wartbarkeit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8920C9BD-6A60-4C50-BBBB-8DE0AAC5A521}"/>
              </a:ext>
            </a:extLst>
          </p:cNvPr>
          <p:cNvGrpSpPr/>
          <p:nvPr/>
        </p:nvGrpSpPr>
        <p:grpSpPr>
          <a:xfrm>
            <a:off x="575733" y="1509656"/>
            <a:ext cx="762661" cy="2757544"/>
            <a:chOff x="575733" y="1085615"/>
            <a:chExt cx="762661" cy="2757544"/>
          </a:xfrm>
        </p:grpSpPr>
        <p:sp>
          <p:nvSpPr>
            <p:cNvPr id="7" name="Rectangle 6">
              <a:extLst>
                <a:ext uri="{FF2B5EF4-FFF2-40B4-BE49-F238E27FC236}">
                  <a16:creationId xmlns:a16="http://schemas.microsoft.com/office/drawing/2014/main" id="{70249070-E306-4F6F-B688-203714A0B81C}"/>
                </a:ext>
              </a:extLst>
            </p:cNvPr>
            <p:cNvSpPr/>
            <p:nvPr/>
          </p:nvSpPr>
          <p:spPr>
            <a:xfrm>
              <a:off x="579120" y="108561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717E7F6-A85F-4134-8F69-1593B6D1C58D}"/>
                </a:ext>
              </a:extLst>
            </p:cNvPr>
            <p:cNvSpPr/>
            <p:nvPr/>
          </p:nvSpPr>
          <p:spPr>
            <a:xfrm>
              <a:off x="979321" y="185183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6F83724D-CBB4-4899-9DCB-6FE98DD34167}"/>
                </a:ext>
              </a:extLst>
            </p:cNvPr>
            <p:cNvSpPr/>
            <p:nvPr/>
          </p:nvSpPr>
          <p:spPr>
            <a:xfrm>
              <a:off x="971785" y="22779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2B47F195-E25A-44F2-993A-E316A3FEDABF}"/>
                </a:ext>
              </a:extLst>
            </p:cNvPr>
            <p:cNvSpPr/>
            <p:nvPr/>
          </p:nvSpPr>
          <p:spPr>
            <a:xfrm>
              <a:off x="964249" y="3166051"/>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E8E86A7-27D1-46B3-B83D-CFB2AFC87152}"/>
                </a:ext>
              </a:extLst>
            </p:cNvPr>
            <p:cNvSpPr/>
            <p:nvPr/>
          </p:nvSpPr>
          <p:spPr>
            <a:xfrm>
              <a:off x="575733" y="267780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3584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3B1EF3CB-3A72-4F8E-8D36-E7B77F946DD9}"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1473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Antworten bzgl. Qualitätsmerkmale sind richtig?</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4611883"/>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automatische Bereitstellung mehrerer Server-Instanzen kann sowohl die Skalierbarkeit als auch die Zuverlässigkeit des Systems erhöhen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80827">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Ein flexibles, anpassbares System reduziert den Testaufwand</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Implementierung hoher Sicherheitsanforderungen kann die Leistungseffizienz des Systems reduzieren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bl>
          </a:graphicData>
        </a:graphic>
      </p:graphicFrame>
      <p:grpSp>
        <p:nvGrpSpPr>
          <p:cNvPr id="5" name="Group 4">
            <a:extLst>
              <a:ext uri="{FF2B5EF4-FFF2-40B4-BE49-F238E27FC236}">
                <a16:creationId xmlns:a16="http://schemas.microsoft.com/office/drawing/2014/main" id="{0C54B4B0-B64E-4824-AD11-CEE4E9D3D2EF}"/>
              </a:ext>
            </a:extLst>
          </p:cNvPr>
          <p:cNvGrpSpPr/>
          <p:nvPr/>
        </p:nvGrpSpPr>
        <p:grpSpPr>
          <a:xfrm>
            <a:off x="571594" y="1509656"/>
            <a:ext cx="763037" cy="1824380"/>
            <a:chOff x="571594" y="1083449"/>
            <a:chExt cx="763037" cy="1824380"/>
          </a:xfrm>
        </p:grpSpPr>
        <p:sp>
          <p:nvSpPr>
            <p:cNvPr id="7" name="Rectangle 6">
              <a:extLst>
                <a:ext uri="{FF2B5EF4-FFF2-40B4-BE49-F238E27FC236}">
                  <a16:creationId xmlns:a16="http://schemas.microsoft.com/office/drawing/2014/main" id="{60414AA1-0A8B-4A8E-B0BC-58318C683755}"/>
                </a:ext>
              </a:extLst>
            </p:cNvPr>
            <p:cNvSpPr/>
            <p:nvPr/>
          </p:nvSpPr>
          <p:spPr>
            <a:xfrm>
              <a:off x="571594"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CB1C97F-8628-4249-A653-AC6E14910E79}"/>
                </a:ext>
              </a:extLst>
            </p:cNvPr>
            <p:cNvSpPr/>
            <p:nvPr/>
          </p:nvSpPr>
          <p:spPr>
            <a:xfrm>
              <a:off x="975558" y="185254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B8B0DF8C-11E6-4387-AEBF-528667B09591}"/>
                </a:ext>
              </a:extLst>
            </p:cNvPr>
            <p:cNvSpPr/>
            <p:nvPr/>
          </p:nvSpPr>
          <p:spPr>
            <a:xfrm>
              <a:off x="573849" y="223072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68972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E3DB8B7-D661-432D-88C9-2C6EDEB6FE22}"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7" y="438222"/>
          <a:ext cx="9144324" cy="2612640"/>
        </p:xfrm>
        <a:graphic>
          <a:graphicData uri="http://schemas.openxmlformats.org/drawingml/2006/table">
            <a:tbl>
              <a:tblPr firstRow="1" bandRow="1">
                <a:tableStyleId>{2D5ABB26-0587-4C30-8999-92F81FD0307C}</a:tableStyleId>
              </a:tblPr>
              <a:tblGrid>
                <a:gridCol w="383148">
                  <a:extLst>
                    <a:ext uri="{9D8B030D-6E8A-4147-A177-3AD203B41FA5}">
                      <a16:colId xmlns:a16="http://schemas.microsoft.com/office/drawing/2014/main" val="460706613"/>
                    </a:ext>
                  </a:extLst>
                </a:gridCol>
                <a:gridCol w="76630">
                  <a:extLst>
                    <a:ext uri="{9D8B030D-6E8A-4147-A177-3AD203B41FA5}">
                      <a16:colId xmlns:a16="http://schemas.microsoft.com/office/drawing/2014/main" val="3817590"/>
                    </a:ext>
                  </a:extLst>
                </a:gridCol>
                <a:gridCol w="250177">
                  <a:extLst>
                    <a:ext uri="{9D8B030D-6E8A-4147-A177-3AD203B41FA5}">
                      <a16:colId xmlns:a16="http://schemas.microsoft.com/office/drawing/2014/main" val="3537636296"/>
                    </a:ext>
                  </a:extLst>
                </a:gridCol>
                <a:gridCol w="81100">
                  <a:extLst>
                    <a:ext uri="{9D8B030D-6E8A-4147-A177-3AD203B41FA5}">
                      <a16:colId xmlns:a16="http://schemas.microsoft.com/office/drawing/2014/main" val="2376555430"/>
                    </a:ext>
                  </a:extLst>
                </a:gridCol>
                <a:gridCol w="8353269">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Qualitätsmerkmale wirken üblicherweise positiv miteinander?</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zwei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Sicherheit &amp; Benutzbarkeit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Anpassbarkeit &amp; Performance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Performance &amp; Benutzbarkeit</a:t>
                      </a:r>
                      <a:endParaRPr lang="de-DE" sz="1800">
                        <a:highlight>
                          <a:srgbClr val="FFFF00"/>
                        </a:highlight>
                      </a:endParaRP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Zuverlässigkeit &amp; Skalierbarkeit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8" name="Rectangle 7">
            <a:extLst>
              <a:ext uri="{FF2B5EF4-FFF2-40B4-BE49-F238E27FC236}">
                <a16:creationId xmlns:a16="http://schemas.microsoft.com/office/drawing/2014/main" id="{4FA6FDC2-4B10-4662-8B13-0D69ABFB2A01}"/>
              </a:ext>
            </a:extLst>
          </p:cNvPr>
          <p:cNvSpPr/>
          <p:nvPr/>
        </p:nvSpPr>
        <p:spPr>
          <a:xfrm>
            <a:off x="587826" y="240718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017528D2-2A7D-423F-A853-E9AE30FF2959}"/>
              </a:ext>
            </a:extLst>
          </p:cNvPr>
          <p:cNvSpPr/>
          <p:nvPr/>
        </p:nvSpPr>
        <p:spPr>
          <a:xfrm>
            <a:off x="571968" y="19812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661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3E41C09F-FBA2-4E79-8CDD-27AD65C7B084}"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22</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7044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Einflüsse müssen von der Architektur umgesetzt bzw. eingehalten werden?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398125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Qualitätsanforderungen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Vorlieben des Teams für bestimmte Technologien bzw. Lösungen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000"/>
                        <a:t>Juristische Faktoren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000"/>
                        <a:t>Stakeholder Anliegen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000"/>
                        <a:t>Enterprise-Architektur-Prinzipien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000"/>
                        <a:t>Die neusten technologischen Trends</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2000"/>
                        <a:t>Budgetäre Bedingungen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277987"/>
                  </a:ext>
                </a:extLst>
              </a:tr>
            </a:tbl>
          </a:graphicData>
        </a:graphic>
      </p:graphicFrame>
      <p:grpSp>
        <p:nvGrpSpPr>
          <p:cNvPr id="15" name="Group 14">
            <a:extLst>
              <a:ext uri="{FF2B5EF4-FFF2-40B4-BE49-F238E27FC236}">
                <a16:creationId xmlns:a16="http://schemas.microsoft.com/office/drawing/2014/main" id="{74B4BE62-12BA-41D6-B29B-9B2F5D97A145}"/>
              </a:ext>
            </a:extLst>
          </p:cNvPr>
          <p:cNvGrpSpPr/>
          <p:nvPr/>
        </p:nvGrpSpPr>
        <p:grpSpPr>
          <a:xfrm>
            <a:off x="573592" y="1850780"/>
            <a:ext cx="831583" cy="3330820"/>
            <a:chOff x="573592" y="1450407"/>
            <a:chExt cx="831583" cy="3330820"/>
          </a:xfrm>
        </p:grpSpPr>
        <p:grpSp>
          <p:nvGrpSpPr>
            <p:cNvPr id="7" name="Group 6">
              <a:extLst>
                <a:ext uri="{FF2B5EF4-FFF2-40B4-BE49-F238E27FC236}">
                  <a16:creationId xmlns:a16="http://schemas.microsoft.com/office/drawing/2014/main" id="{D46BBA46-5636-4DE9-87D5-B6543B8E4DB8}"/>
                </a:ext>
              </a:extLst>
            </p:cNvPr>
            <p:cNvGrpSpPr/>
            <p:nvPr/>
          </p:nvGrpSpPr>
          <p:grpSpPr>
            <a:xfrm>
              <a:off x="573592" y="1450407"/>
              <a:ext cx="449778" cy="3330820"/>
              <a:chOff x="573592" y="1447800"/>
              <a:chExt cx="449778" cy="3330820"/>
            </a:xfrm>
          </p:grpSpPr>
          <p:sp>
            <p:nvSpPr>
              <p:cNvPr id="5" name="Rectangle 4">
                <a:extLst>
                  <a:ext uri="{FF2B5EF4-FFF2-40B4-BE49-F238E27FC236}">
                    <a16:creationId xmlns:a16="http://schemas.microsoft.com/office/drawing/2014/main" id="{CE90A58A-A9DA-45FD-9836-6EAE71BBA554}"/>
                  </a:ext>
                </a:extLst>
              </p:cNvPr>
              <p:cNvSpPr/>
              <p:nvPr/>
            </p:nvSpPr>
            <p:spPr>
              <a:xfrm>
                <a:off x="579120" y="14478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2BDF927-AEEE-40C4-AD1C-B68CFAB4E5BC}"/>
                  </a:ext>
                </a:extLst>
              </p:cNvPr>
              <p:cNvSpPr/>
              <p:nvPr/>
            </p:nvSpPr>
            <p:spPr>
              <a:xfrm>
                <a:off x="579229" y="233098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63A02B23-1BC0-47A3-A2FA-F5A2DA298935}"/>
                  </a:ext>
                </a:extLst>
              </p:cNvPr>
              <p:cNvSpPr/>
              <p:nvPr/>
            </p:nvSpPr>
            <p:spPr>
              <a:xfrm>
                <a:off x="579338" y="321416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69967835-FFB4-409A-83FD-9D1D50F7687E}"/>
                  </a:ext>
                </a:extLst>
              </p:cNvPr>
              <p:cNvSpPr/>
              <p:nvPr/>
            </p:nvSpPr>
            <p:spPr>
              <a:xfrm>
                <a:off x="573592" y="410151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
          <p:nvSpPr>
            <p:cNvPr id="9" name="Rectangle 8">
              <a:extLst>
                <a:ext uri="{FF2B5EF4-FFF2-40B4-BE49-F238E27FC236}">
                  <a16:creationId xmlns:a16="http://schemas.microsoft.com/office/drawing/2014/main" id="{E6CCD2B2-BCB8-4FB2-907E-68EB5B508403}"/>
                </a:ext>
              </a:extLst>
            </p:cNvPr>
            <p:cNvSpPr/>
            <p:nvPr/>
          </p:nvSpPr>
          <p:spPr>
            <a:xfrm>
              <a:off x="914400" y="195813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16" name="Rectangle 15">
              <a:extLst>
                <a:ext uri="{FF2B5EF4-FFF2-40B4-BE49-F238E27FC236}">
                  <a16:creationId xmlns:a16="http://schemas.microsoft.com/office/drawing/2014/main" id="{4F4C6DCB-0274-4DFF-A125-613D74303C89}"/>
                </a:ext>
              </a:extLst>
            </p:cNvPr>
            <p:cNvSpPr/>
            <p:nvPr/>
          </p:nvSpPr>
          <p:spPr>
            <a:xfrm>
              <a:off x="914400" y="3713704"/>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14" name="Rectangle 13">
              <a:extLst>
                <a:ext uri="{FF2B5EF4-FFF2-40B4-BE49-F238E27FC236}">
                  <a16:creationId xmlns:a16="http://schemas.microsoft.com/office/drawing/2014/main" id="{81CA2D02-FC3B-4D38-A7DF-C985F5D46688}"/>
                </a:ext>
              </a:extLst>
            </p:cNvPr>
            <p:cNvSpPr/>
            <p:nvPr/>
          </p:nvSpPr>
          <p:spPr>
            <a:xfrm>
              <a:off x="922351" y="283452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spTree>
    <p:extLst>
      <p:ext uri="{BB962C8B-B14F-4D97-AF65-F5344CB8AC3E}">
        <p14:creationId xmlns:p14="http://schemas.microsoft.com/office/powerpoint/2010/main" val="22426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858AB341-38DC-425B-8E79-D86928383E06}"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23</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1096070012"/>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dirty="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Dokumentation und Kommunikation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49588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7BB160D-EE67-425D-A032-15BA67EBAF20}"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dirty="0">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488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dirty="0">
                          <a:solidFill>
                            <a:srgbClr val="003CD2"/>
                          </a:solidFill>
                        </a:rPr>
                        <a:t>Vervollständigen Sie: Dokumentation und Kommunikation müssen...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dirty="0">
                          <a:solidFill>
                            <a:srgbClr val="003CD2"/>
                          </a:solidFill>
                        </a:rPr>
                        <a:t>Wählen Sie die </a:t>
                      </a:r>
                      <a:r>
                        <a:rPr lang="de-DE" sz="1600" b="1" dirty="0">
                          <a:solidFill>
                            <a:srgbClr val="003CD2"/>
                          </a:solidFill>
                          <a:latin typeface="Calibri" panose="020F0502020204030204" pitchFamily="34" charset="0"/>
                          <a:ea typeface="Calibri" panose="020F0502020204030204" pitchFamily="34" charset="0"/>
                          <a:cs typeface="Calibri" panose="020F0502020204030204" pitchFamily="34" charset="0"/>
                        </a:rPr>
                        <a:t>eine </a:t>
                      </a:r>
                      <a:r>
                        <a:rPr lang="de-DE" sz="1600" dirty="0">
                          <a:solidFill>
                            <a:srgbClr val="003CD2"/>
                          </a:solidFill>
                        </a:rPr>
                        <a:t>am besten passende Antwort aus.</a:t>
                      </a:r>
                      <a:endParaRPr lang="de-DE" dirty="0">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 einer vorgegebenen Form entsprechen.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 vollständig sein.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 Kontext-, Baustein-, Verteilungs- und Laufzeitsicht umfassen.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 individuell an den unterschiedlichen Stakeholdern angepasst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 vertraulich sein.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 sich strikt an eine vorgegebene Dokumentationsvorlage halten.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sp>
        <p:nvSpPr>
          <p:cNvPr id="5" name="Rectangle 4">
            <a:extLst>
              <a:ext uri="{FF2B5EF4-FFF2-40B4-BE49-F238E27FC236}">
                <a16:creationId xmlns:a16="http://schemas.microsoft.com/office/drawing/2014/main" id="{CE90A58A-A9DA-45FD-9836-6EAE71BBA554}"/>
              </a:ext>
            </a:extLst>
          </p:cNvPr>
          <p:cNvSpPr/>
          <p:nvPr/>
        </p:nvSpPr>
        <p:spPr>
          <a:xfrm>
            <a:off x="579120" y="239992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164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F78D761-9348-4683-A687-DA5CB2863E06}"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4020669002"/>
              </p:ext>
            </p:extLst>
          </p:nvPr>
        </p:nvGraphicFramePr>
        <p:xfrm>
          <a:off x="541338" y="438222"/>
          <a:ext cx="9059862" cy="3900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Merkmale gehören zu einer Blackbox-Darstellung?</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864291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Fachliche Funktionen, die von der Blackbox implementiert werden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Die dadurch erfüllten Qualitätsanforderungen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Zweck und Verantwortungen der Blackbox</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Struktur der inneren Bausteine</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zu anderen Bausteinen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Implementierungsdetails bspw. Algorithmen oder Quellcode des Bausteins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7E7A6889-422C-40D5-8162-A83A27D290D8}"/>
              </a:ext>
            </a:extLst>
          </p:cNvPr>
          <p:cNvGrpSpPr/>
          <p:nvPr/>
        </p:nvGrpSpPr>
        <p:grpSpPr>
          <a:xfrm>
            <a:off x="565196" y="1510899"/>
            <a:ext cx="769435" cy="2901529"/>
            <a:chOff x="565196" y="1094738"/>
            <a:chExt cx="769435" cy="2901529"/>
          </a:xfrm>
        </p:grpSpPr>
        <p:sp>
          <p:nvSpPr>
            <p:cNvPr id="7" name="Rectangle 6">
              <a:extLst>
                <a:ext uri="{FF2B5EF4-FFF2-40B4-BE49-F238E27FC236}">
                  <a16:creationId xmlns:a16="http://schemas.microsoft.com/office/drawing/2014/main" id="{5CC5ECEB-F4B9-4897-9B42-C7F53858274F}"/>
                </a:ext>
              </a:extLst>
            </p:cNvPr>
            <p:cNvSpPr/>
            <p:nvPr/>
          </p:nvSpPr>
          <p:spPr>
            <a:xfrm>
              <a:off x="575357" y="109473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EE93F38-CC32-4B5A-BBCC-54CD2030F5A3}"/>
                </a:ext>
              </a:extLst>
            </p:cNvPr>
            <p:cNvSpPr/>
            <p:nvPr/>
          </p:nvSpPr>
          <p:spPr>
            <a:xfrm>
              <a:off x="975558" y="243956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179ADF32-4B1D-46D2-9A7E-8E2EC4633836}"/>
                </a:ext>
              </a:extLst>
            </p:cNvPr>
            <p:cNvSpPr/>
            <p:nvPr/>
          </p:nvSpPr>
          <p:spPr>
            <a:xfrm>
              <a:off x="971785" y="3319159"/>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10B722CC-DCBF-458E-97C7-E4BBB4B5DC40}"/>
                </a:ext>
              </a:extLst>
            </p:cNvPr>
            <p:cNvSpPr/>
            <p:nvPr/>
          </p:nvSpPr>
          <p:spPr>
            <a:xfrm>
              <a:off x="571970" y="1532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B1282E6-27AF-4687-87DB-5A32616B1BC6}"/>
                </a:ext>
              </a:extLst>
            </p:cNvPr>
            <p:cNvSpPr/>
            <p:nvPr/>
          </p:nvSpPr>
          <p:spPr>
            <a:xfrm>
              <a:off x="568583" y="197064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4C847659-A851-4C70-9388-6457FCFF220C}"/>
                </a:ext>
              </a:extLst>
            </p:cNvPr>
            <p:cNvSpPr/>
            <p:nvPr/>
          </p:nvSpPr>
          <p:spPr>
            <a:xfrm>
              <a:off x="565196" y="283561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72242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A73A134-C30F-403B-8EFB-139E5E6C2AE8}"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364661" cy="3828960"/>
        </p:xfrm>
        <a:graphic>
          <a:graphicData uri="http://schemas.openxmlformats.org/drawingml/2006/table">
            <a:tbl>
              <a:tblPr firstRow="1" bandRow="1">
                <a:tableStyleId>{2D5ABB26-0587-4C30-8999-92F81FD0307C}</a:tableStyleId>
              </a:tblPr>
              <a:tblGrid>
                <a:gridCol w="372111">
                  <a:extLst>
                    <a:ext uri="{9D8B030D-6E8A-4147-A177-3AD203B41FA5}">
                      <a16:colId xmlns:a16="http://schemas.microsoft.com/office/drawing/2014/main" val="460706613"/>
                    </a:ext>
                  </a:extLst>
                </a:gridCol>
                <a:gridCol w="74422">
                  <a:extLst>
                    <a:ext uri="{9D8B030D-6E8A-4147-A177-3AD203B41FA5}">
                      <a16:colId xmlns:a16="http://schemas.microsoft.com/office/drawing/2014/main" val="3817590"/>
                    </a:ext>
                  </a:extLst>
                </a:gridCol>
                <a:gridCol w="372111">
                  <a:extLst>
                    <a:ext uri="{9D8B030D-6E8A-4147-A177-3AD203B41FA5}">
                      <a16:colId xmlns:a16="http://schemas.microsoft.com/office/drawing/2014/main" val="1130871493"/>
                    </a:ext>
                  </a:extLst>
                </a:gridCol>
                <a:gridCol w="111633">
                  <a:extLst>
                    <a:ext uri="{9D8B030D-6E8A-4147-A177-3AD203B41FA5}">
                      <a16:colId xmlns:a16="http://schemas.microsoft.com/office/drawing/2014/main" val="1601449817"/>
                    </a:ext>
                  </a:extLst>
                </a:gridCol>
                <a:gridCol w="242970">
                  <a:extLst>
                    <a:ext uri="{9D8B030D-6E8A-4147-A177-3AD203B41FA5}">
                      <a16:colId xmlns:a16="http://schemas.microsoft.com/office/drawing/2014/main" val="3537636296"/>
                    </a:ext>
                  </a:extLst>
                </a:gridCol>
                <a:gridCol w="78764">
                  <a:extLst>
                    <a:ext uri="{9D8B030D-6E8A-4147-A177-3AD203B41FA5}">
                      <a16:colId xmlns:a16="http://schemas.microsoft.com/office/drawing/2014/main" val="2376555430"/>
                    </a:ext>
                  </a:extLst>
                </a:gridCol>
                <a:gridCol w="811265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Themen können in der Kontextsicht dargestellt werden?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4707918"/>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konzeptionelle Übersicht des Systems von außen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relevante Teile der Zielarchitektur aus externer Perspektive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Akteure, die mit dem System agieren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externe Systemschnittstellen einschließlich der darüber transportierten Daten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System-Verantwortlichkeiten und Abgrenzung zu den Nachbarsystemen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B81CE84F-01FE-40CE-B204-EC31656B2DA3}"/>
              </a:ext>
            </a:extLst>
          </p:cNvPr>
          <p:cNvGrpSpPr/>
          <p:nvPr/>
        </p:nvGrpSpPr>
        <p:grpSpPr>
          <a:xfrm>
            <a:off x="566139" y="1875798"/>
            <a:ext cx="457013" cy="2427724"/>
            <a:chOff x="566139" y="1079686"/>
            <a:chExt cx="457013" cy="2427724"/>
          </a:xfrm>
        </p:grpSpPr>
        <p:sp>
          <p:nvSpPr>
            <p:cNvPr id="7" name="Rectangle 6">
              <a:extLst>
                <a:ext uri="{FF2B5EF4-FFF2-40B4-BE49-F238E27FC236}">
                  <a16:creationId xmlns:a16="http://schemas.microsoft.com/office/drawing/2014/main" id="{AF45F623-740E-479F-B6BA-1C74D805E092}"/>
                </a:ext>
              </a:extLst>
            </p:cNvPr>
            <p:cNvSpPr/>
            <p:nvPr/>
          </p:nvSpPr>
          <p:spPr>
            <a:xfrm>
              <a:off x="579120" y="107968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105CA177-12BB-4510-B8AE-206D42B7AED1}"/>
                </a:ext>
              </a:extLst>
            </p:cNvPr>
            <p:cNvSpPr/>
            <p:nvPr/>
          </p:nvSpPr>
          <p:spPr>
            <a:xfrm>
              <a:off x="567267" y="152516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B416386F-BD8F-4EA5-BE76-E659BF0F0553}"/>
                </a:ext>
              </a:extLst>
            </p:cNvPr>
            <p:cNvSpPr/>
            <p:nvPr/>
          </p:nvSpPr>
          <p:spPr>
            <a:xfrm>
              <a:off x="570466" y="195935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F28623A-5319-416F-B3F0-5B568E6F2664}"/>
                </a:ext>
              </a:extLst>
            </p:cNvPr>
            <p:cNvSpPr/>
            <p:nvPr/>
          </p:nvSpPr>
          <p:spPr>
            <a:xfrm>
              <a:off x="566139" y="240107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9F527AD1-9E39-487D-AD69-298BCD58D661}"/>
                </a:ext>
              </a:extLst>
            </p:cNvPr>
            <p:cNvSpPr/>
            <p:nvPr/>
          </p:nvSpPr>
          <p:spPr>
            <a:xfrm>
              <a:off x="573101" y="283030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1901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2F397F21-9716-4CC9-9FEA-A6519CA60A8B}"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27</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2978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UML-Diagrammtypen sind typische Beschreibungselemente der Bausteinsicht?</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Komponentendiagramm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Verteilungsdiagramm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Klassendiagramm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Zustandsdiagramm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85E43175-BBF7-4C65-8138-2E26BE5D5BD7}"/>
              </a:ext>
            </a:extLst>
          </p:cNvPr>
          <p:cNvGrpSpPr/>
          <p:nvPr/>
        </p:nvGrpSpPr>
        <p:grpSpPr>
          <a:xfrm>
            <a:off x="556918" y="1448026"/>
            <a:ext cx="447419" cy="1550115"/>
            <a:chOff x="556918" y="1448026"/>
            <a:chExt cx="447419" cy="1550115"/>
          </a:xfrm>
        </p:grpSpPr>
        <p:sp>
          <p:nvSpPr>
            <p:cNvPr id="7" name="Rectangle 6">
              <a:extLst>
                <a:ext uri="{FF2B5EF4-FFF2-40B4-BE49-F238E27FC236}">
                  <a16:creationId xmlns:a16="http://schemas.microsoft.com/office/drawing/2014/main" id="{F3818527-8FE5-4B0B-BE54-6F454AECA884}"/>
                </a:ext>
              </a:extLst>
            </p:cNvPr>
            <p:cNvSpPr/>
            <p:nvPr/>
          </p:nvSpPr>
          <p:spPr>
            <a:xfrm>
              <a:off x="560305" y="144802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8E03618-3264-4900-A6AA-B876F9C13D68}"/>
                </a:ext>
              </a:extLst>
            </p:cNvPr>
            <p:cNvSpPr/>
            <p:nvPr/>
          </p:nvSpPr>
          <p:spPr>
            <a:xfrm>
              <a:off x="556918" y="232103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6450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E8DE90A-4E06-4A5C-9C2E-24AB3CA9E91F}"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416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dirty="0">
                          <a:solidFill>
                            <a:srgbClr val="003CD2"/>
                          </a:solidFill>
                        </a:rPr>
                        <a:t>Welcher der folgenden UML-Diagrammtypen kann für die Darstellung der Implementierung eines Use-Cases benutzt werden?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dirty="0">
                          <a:solidFill>
                            <a:srgbClr val="003CD2"/>
                          </a:solidFill>
                        </a:rPr>
                        <a:t>Wählen Sie zwei der folgenden am besten passenden Antworten aus.</a:t>
                      </a:r>
                      <a:endParaRPr lang="de-DE" dirty="0">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Use-Case 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Sequenzdiagramm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Aktivitätsdiagramm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Komponentendiagramm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Kommunikationsdiagramm</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96040B36-44C6-4C3B-90BA-48B90955D055}"/>
              </a:ext>
            </a:extLst>
          </p:cNvPr>
          <p:cNvGrpSpPr/>
          <p:nvPr/>
        </p:nvGrpSpPr>
        <p:grpSpPr>
          <a:xfrm>
            <a:off x="570086" y="1886411"/>
            <a:ext cx="445540" cy="1104204"/>
            <a:chOff x="570086" y="1886411"/>
            <a:chExt cx="445540" cy="1104204"/>
          </a:xfrm>
        </p:grpSpPr>
        <p:sp>
          <p:nvSpPr>
            <p:cNvPr id="7" name="Rectangle 6">
              <a:extLst>
                <a:ext uri="{FF2B5EF4-FFF2-40B4-BE49-F238E27FC236}">
                  <a16:creationId xmlns:a16="http://schemas.microsoft.com/office/drawing/2014/main" id="{B401F7A4-95AA-469C-A394-298F1E449B6F}"/>
                </a:ext>
              </a:extLst>
            </p:cNvPr>
            <p:cNvSpPr/>
            <p:nvPr/>
          </p:nvSpPr>
          <p:spPr>
            <a:xfrm>
              <a:off x="571594" y="188641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F621B0A-E7E8-49F5-BCC8-754707FD8A01}"/>
                </a:ext>
              </a:extLst>
            </p:cNvPr>
            <p:cNvSpPr/>
            <p:nvPr/>
          </p:nvSpPr>
          <p:spPr>
            <a:xfrm>
              <a:off x="570086" y="231350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4799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6975099-0CEA-4B2A-AD68-28978E4985C8}"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51422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Bei welchen der genannten Begriffe handelt es sich um eine oder mehrere der üblichen Sicht-Darstellungen einer Software-Architektur (laut iSAQB)?</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98558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Kommunikationssicht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Bausteinsicht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Qualitätssicht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Verteilungssicht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Kontextsicht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Weitsicht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H.</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Datensicht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4242658"/>
                  </a:ext>
                </a:extLst>
              </a:tr>
            </a:tbl>
          </a:graphicData>
        </a:graphic>
      </p:graphicFrame>
      <p:grpSp>
        <p:nvGrpSpPr>
          <p:cNvPr id="5" name="Group 4">
            <a:extLst>
              <a:ext uri="{FF2B5EF4-FFF2-40B4-BE49-F238E27FC236}">
                <a16:creationId xmlns:a16="http://schemas.microsoft.com/office/drawing/2014/main" id="{19F2D754-5AB2-478A-A6E3-376C52793849}"/>
              </a:ext>
            </a:extLst>
          </p:cNvPr>
          <p:cNvGrpSpPr/>
          <p:nvPr/>
        </p:nvGrpSpPr>
        <p:grpSpPr>
          <a:xfrm>
            <a:off x="562940" y="1927154"/>
            <a:ext cx="771681" cy="3748400"/>
            <a:chOff x="562940" y="1497885"/>
            <a:chExt cx="771681" cy="3748400"/>
          </a:xfrm>
        </p:grpSpPr>
        <p:sp>
          <p:nvSpPr>
            <p:cNvPr id="7" name="Rectangle 6">
              <a:extLst>
                <a:ext uri="{FF2B5EF4-FFF2-40B4-BE49-F238E27FC236}">
                  <a16:creationId xmlns:a16="http://schemas.microsoft.com/office/drawing/2014/main" id="{CC5AFF78-94FA-48F6-A6FE-DCFE9B9BD66A}"/>
                </a:ext>
              </a:extLst>
            </p:cNvPr>
            <p:cNvSpPr/>
            <p:nvPr/>
          </p:nvSpPr>
          <p:spPr>
            <a:xfrm>
              <a:off x="564068" y="188735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6EF4261-7683-42FA-BF5E-30B41CEB3CFC}"/>
                </a:ext>
              </a:extLst>
            </p:cNvPr>
            <p:cNvSpPr/>
            <p:nvPr/>
          </p:nvSpPr>
          <p:spPr>
            <a:xfrm>
              <a:off x="971795" y="1497885"/>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6407048-14CF-41A6-94B3-5A5B96986B3E}"/>
                </a:ext>
              </a:extLst>
            </p:cNvPr>
            <p:cNvSpPr/>
            <p:nvPr/>
          </p:nvSpPr>
          <p:spPr>
            <a:xfrm>
              <a:off x="563504" y="319780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89E1B3C-F06E-4222-8009-2E91B6D74968}"/>
                </a:ext>
              </a:extLst>
            </p:cNvPr>
            <p:cNvSpPr/>
            <p:nvPr/>
          </p:nvSpPr>
          <p:spPr>
            <a:xfrm>
              <a:off x="562940" y="363502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6E06C25-3F9E-40E2-B943-1D7505656006}"/>
                </a:ext>
              </a:extLst>
            </p:cNvPr>
            <p:cNvSpPr/>
            <p:nvPr/>
          </p:nvSpPr>
          <p:spPr>
            <a:xfrm>
              <a:off x="975548" y="23708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EC68E930-371E-4813-82C2-0657EB6465B8}"/>
                </a:ext>
              </a:extLst>
            </p:cNvPr>
            <p:cNvSpPr/>
            <p:nvPr/>
          </p:nvSpPr>
          <p:spPr>
            <a:xfrm>
              <a:off x="971775" y="2808111"/>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C790070D-296E-42AC-B891-5626EA34AADD}"/>
                </a:ext>
              </a:extLst>
            </p:cNvPr>
            <p:cNvSpPr/>
            <p:nvPr/>
          </p:nvSpPr>
          <p:spPr>
            <a:xfrm>
              <a:off x="968002" y="41234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C9F999A1-0D0A-4B48-9B6A-8759DFD9B430}"/>
                </a:ext>
              </a:extLst>
            </p:cNvPr>
            <p:cNvSpPr/>
            <p:nvPr/>
          </p:nvSpPr>
          <p:spPr>
            <a:xfrm>
              <a:off x="964229" y="4569177"/>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60271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DFA0D902-7E57-4AD5-AD62-864B01E271C7}"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2978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Begriffe beschreiben Templates zur Dokumentation von SW-Architekturen?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ISO 42010</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arc42</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UML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ITIL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E49722B9-1A43-4C39-B0CF-DD5BD3379BA1}"/>
              </a:ext>
            </a:extLst>
          </p:cNvPr>
          <p:cNvGrpSpPr/>
          <p:nvPr/>
        </p:nvGrpSpPr>
        <p:grpSpPr>
          <a:xfrm>
            <a:off x="565383" y="1445203"/>
            <a:ext cx="457769" cy="1116433"/>
            <a:chOff x="565383" y="1445203"/>
            <a:chExt cx="457769" cy="1116433"/>
          </a:xfrm>
        </p:grpSpPr>
        <p:sp>
          <p:nvSpPr>
            <p:cNvPr id="9" name="Rectangle 8">
              <a:extLst>
                <a:ext uri="{FF2B5EF4-FFF2-40B4-BE49-F238E27FC236}">
                  <a16:creationId xmlns:a16="http://schemas.microsoft.com/office/drawing/2014/main" id="{F41B107F-8204-46EE-9A0C-01BCEFBF159B}"/>
                </a:ext>
              </a:extLst>
            </p:cNvPr>
            <p:cNvSpPr/>
            <p:nvPr/>
          </p:nvSpPr>
          <p:spPr>
            <a:xfrm>
              <a:off x="579120" y="144520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F2CFBFC1-CD67-48FD-9D76-94790B5B5868}"/>
                </a:ext>
              </a:extLst>
            </p:cNvPr>
            <p:cNvSpPr/>
            <p:nvPr/>
          </p:nvSpPr>
          <p:spPr>
            <a:xfrm>
              <a:off x="565383" y="188452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58888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A875DB1-A316-4E66-9D81-04ADC621B211}"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31</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335725118"/>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Leitfaden für die Architektur</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1064389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7FF9AE76-ACB0-40D7-ACE0-6553CBF60C1F}"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32</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7598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0">
                <a:tc gridSpan="5">
                  <a:txBody>
                    <a:bodyPr/>
                    <a:lstStyle/>
                    <a:p>
                      <a:r>
                        <a:rPr lang="de-DE" sz="2400" b="1" dirty="0">
                          <a:solidFill>
                            <a:srgbClr val="003CD2"/>
                          </a:solidFill>
                        </a:rPr>
                        <a:t>Welches Entwurfsvorgehen wird am besten durch die folgenden Merkmale beschrieben?</a:t>
                      </a:r>
                    </a:p>
                    <a:p>
                      <a:pPr marL="358775" indent="0"/>
                      <a:r>
                        <a:rPr lang="de-DE" sz="2400" b="1" dirty="0">
                          <a:solidFill>
                            <a:srgbClr val="003CD2"/>
                          </a:solidFill>
                        </a:rPr>
                        <a:t>- Vom Abstrakten bis zum Detail arbeiten</a:t>
                      </a:r>
                    </a:p>
                    <a:p>
                      <a:pPr marL="358775" indent="0"/>
                      <a:r>
                        <a:rPr lang="de-DE" sz="2400" b="1" dirty="0">
                          <a:solidFill>
                            <a:srgbClr val="003CD2"/>
                          </a:solidFill>
                        </a:rPr>
                        <a:t>- Bei unklaren Anforderungen oder strategischer Ausrichtung einsetzen</a:t>
                      </a:r>
                    </a:p>
                    <a:p>
                      <a:pPr marL="358775" indent="0"/>
                      <a:r>
                        <a:rPr lang="de-DE" sz="2400" b="1" dirty="0">
                          <a:solidFill>
                            <a:srgbClr val="003CD2"/>
                          </a:solidFill>
                        </a:rPr>
                        <a:t>- Risiko der Entwicklung unrealistischer Lösungen</a:t>
                      </a:r>
                      <a:endParaRPr lang="de-DE" b="1" dirty="0">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Bottom-Up</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Top-Down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Domain-Driven Design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Trennung der Verantwortung (Separation of Concerns)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7" name="Rectangle 6">
            <a:extLst>
              <a:ext uri="{FF2B5EF4-FFF2-40B4-BE49-F238E27FC236}">
                <a16:creationId xmlns:a16="http://schemas.microsoft.com/office/drawing/2014/main" id="{352CFDED-FB5A-47EA-AFF1-91298CDB5C28}"/>
              </a:ext>
            </a:extLst>
          </p:cNvPr>
          <p:cNvSpPr/>
          <p:nvPr/>
        </p:nvSpPr>
        <p:spPr>
          <a:xfrm>
            <a:off x="579120" y="267192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243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7388182-A063-4F15-801D-52BEE51A83D2}"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3137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Was sind gängige Vorgehen zur Architekturentwicklung?</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0041631"/>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Side-by-Side Methode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Top-Down- und Bottom-Up-Vorgehen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Domain-Driven Design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err="1"/>
                        <a:t>Sichtenbasierte</a:t>
                      </a:r>
                      <a:r>
                        <a:rPr lang="de-DE" sz="2000"/>
                        <a:t> Architekturentwicklung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Benutzerorientierte Architekturentwicklung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Iterativer und inkrementeller Entwurf</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bl>
          </a:graphicData>
        </a:graphic>
      </p:graphicFrame>
      <p:grpSp>
        <p:nvGrpSpPr>
          <p:cNvPr id="7" name="Group 6">
            <a:extLst>
              <a:ext uri="{FF2B5EF4-FFF2-40B4-BE49-F238E27FC236}">
                <a16:creationId xmlns:a16="http://schemas.microsoft.com/office/drawing/2014/main" id="{A75B1435-1D2E-4432-ABC2-9F65B63D8358}"/>
              </a:ext>
            </a:extLst>
          </p:cNvPr>
          <p:cNvGrpSpPr/>
          <p:nvPr/>
        </p:nvGrpSpPr>
        <p:grpSpPr>
          <a:xfrm>
            <a:off x="579120" y="1571335"/>
            <a:ext cx="763295" cy="2841174"/>
            <a:chOff x="579120" y="1143000"/>
            <a:chExt cx="763295" cy="2841174"/>
          </a:xfrm>
        </p:grpSpPr>
        <p:sp>
          <p:nvSpPr>
            <p:cNvPr id="5" name="Rectangle 4">
              <a:extLst>
                <a:ext uri="{FF2B5EF4-FFF2-40B4-BE49-F238E27FC236}">
                  <a16:creationId xmlns:a16="http://schemas.microsoft.com/office/drawing/2014/main" id="{CE90A58A-A9DA-45FD-9836-6EAE71BBA554}"/>
                </a:ext>
              </a:extLst>
            </p:cNvPr>
            <p:cNvSpPr/>
            <p:nvPr/>
          </p:nvSpPr>
          <p:spPr>
            <a:xfrm>
              <a:off x="579120" y="155446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1143000"/>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37BB7C0B-632A-4A27-B629-82E355A41B5F}"/>
                </a:ext>
              </a:extLst>
            </p:cNvPr>
            <p:cNvSpPr/>
            <p:nvPr/>
          </p:nvSpPr>
          <p:spPr>
            <a:xfrm>
              <a:off x="579220" y="19812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6452E307-EF49-4236-8960-C24A77DBF037}"/>
                </a:ext>
              </a:extLst>
            </p:cNvPr>
            <p:cNvSpPr/>
            <p:nvPr/>
          </p:nvSpPr>
          <p:spPr>
            <a:xfrm>
              <a:off x="579320" y="240793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0739461-BD45-4E32-8578-3B312872D36E}"/>
                </a:ext>
              </a:extLst>
            </p:cNvPr>
            <p:cNvSpPr/>
            <p:nvPr/>
          </p:nvSpPr>
          <p:spPr>
            <a:xfrm>
              <a:off x="579420" y="330706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BC7A5BA-2259-49A3-BDEA-0FC4A9C52BFF}"/>
                </a:ext>
              </a:extLst>
            </p:cNvPr>
            <p:cNvSpPr/>
            <p:nvPr/>
          </p:nvSpPr>
          <p:spPr>
            <a:xfrm>
              <a:off x="983342" y="2900663"/>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6208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8DEFA3AC-5474-445E-9500-30199BF6744E}"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9758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Aussagen gelten für das Dependency-Inversion-</a:t>
                      </a:r>
                      <a:r>
                        <a:rPr lang="de-DE" sz="2400" b="1" err="1">
                          <a:solidFill>
                            <a:srgbClr val="003CD2"/>
                          </a:solidFill>
                        </a:rPr>
                        <a:t>Principle</a:t>
                      </a:r>
                      <a:r>
                        <a:rPr lang="de-DE" sz="2400" b="1">
                          <a:solidFill>
                            <a:srgbClr val="003CD2"/>
                          </a:solidFill>
                        </a:rPr>
                        <a:t> (Prinzip der Umkehr von Abhängigkeiten)?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Abstrakte Bausteine sollen von detaillierten Bausteinen abhängen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Zyklische Abhängigkeiten sollen vermieden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Abstraktionen (Schnittstellen) werden benutzt, um den Baustein von der Implementierung anderer Bausteine zu entkoppeln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Austauschbarkeit „detaillierter“ Bausteine wird erleichtert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Verantwortung für die Definition des Interfaces liegt bei dem Baustein auf der höheren (abstrakten) Ebene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FCF3F56E-882C-45F1-8D61-B840098D34F5}"/>
              </a:ext>
            </a:extLst>
          </p:cNvPr>
          <p:cNvGrpSpPr/>
          <p:nvPr/>
        </p:nvGrpSpPr>
        <p:grpSpPr>
          <a:xfrm>
            <a:off x="564820" y="2320093"/>
            <a:ext cx="458332" cy="1838697"/>
            <a:chOff x="564820" y="2320093"/>
            <a:chExt cx="458332" cy="1838697"/>
          </a:xfrm>
        </p:grpSpPr>
        <p:sp>
          <p:nvSpPr>
            <p:cNvPr id="7" name="Rectangle 6">
              <a:extLst>
                <a:ext uri="{FF2B5EF4-FFF2-40B4-BE49-F238E27FC236}">
                  <a16:creationId xmlns:a16="http://schemas.microsoft.com/office/drawing/2014/main" id="{9DB54B09-6AB9-44A5-A4F3-0D5A33ACD53A}"/>
                </a:ext>
              </a:extLst>
            </p:cNvPr>
            <p:cNvSpPr/>
            <p:nvPr/>
          </p:nvSpPr>
          <p:spPr>
            <a:xfrm>
              <a:off x="579120" y="232009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B17C868-46CA-4764-B822-622DC4E1A00B}"/>
                </a:ext>
              </a:extLst>
            </p:cNvPr>
            <p:cNvSpPr/>
            <p:nvPr/>
          </p:nvSpPr>
          <p:spPr>
            <a:xfrm>
              <a:off x="571970" y="304164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F84E5686-2F07-43C3-8F91-26D7E171DD76}"/>
                </a:ext>
              </a:extLst>
            </p:cNvPr>
            <p:cNvSpPr/>
            <p:nvPr/>
          </p:nvSpPr>
          <p:spPr>
            <a:xfrm>
              <a:off x="564820" y="348168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4038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10179E70-4531-4E81-94D2-94EDD3FCE6D7}"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889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bzgl. Dependency-Inversion stimmen?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a:t>
                      </a:r>
                      <a:r>
                        <a:rPr lang="de-DE" sz="1600" b="1">
                          <a:solidFill>
                            <a:srgbClr val="003CD2"/>
                          </a:solidFill>
                          <a:latin typeface="Calibri" panose="020F0502020204030204" pitchFamily="34" charset="0"/>
                          <a:ea typeface="Calibri" panose="020F0502020204030204" pitchFamily="34" charset="0"/>
                          <a:cs typeface="Calibri" panose="020F0502020204030204" pitchFamily="34" charset="0"/>
                        </a:rPr>
                        <a:t>zwei</a:t>
                      </a:r>
                      <a:r>
                        <a:rPr lang="de-DE" sz="1600">
                          <a:solidFill>
                            <a:srgbClr val="003CD2"/>
                          </a:solidFill>
                        </a:rPr>
                        <a:t>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Bei Dependency Inversion dreht sich die Richtung von Methodenaufrufen um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err="1"/>
                        <a:t>Dependency</a:t>
                      </a:r>
                      <a:r>
                        <a:rPr lang="de-DE" sz="2000"/>
                        <a:t> </a:t>
                      </a:r>
                      <a:r>
                        <a:rPr lang="de-DE" sz="2000" err="1"/>
                        <a:t>Injection</a:t>
                      </a:r>
                      <a:r>
                        <a:rPr lang="de-DE" sz="2000"/>
                        <a:t> kann in Kombination mit Dependency Inversion verwendet werden.</a:t>
                      </a:r>
                      <a:endParaRPr lang="de-DE" sz="1800">
                        <a:highlight>
                          <a:srgbClr val="FFFF00"/>
                        </a:highlight>
                      </a:endParaRP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Bei Dependency Inversion werden Implementierung und Schnittstelle vertauscht.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Bei Dependency Inversion verschiebt sich die Zuständigkeit für die aufgerufene Schnittstelle vom Implementierer zum Aufrufer.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Dependency Inversion und Dependency Injection sind das gleiche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7" name="Group 6">
            <a:extLst>
              <a:ext uri="{FF2B5EF4-FFF2-40B4-BE49-F238E27FC236}">
                <a16:creationId xmlns:a16="http://schemas.microsoft.com/office/drawing/2014/main" id="{35C1B2D7-EDB2-4BF1-A4CE-73C5FA37E9AD}"/>
              </a:ext>
            </a:extLst>
          </p:cNvPr>
          <p:cNvGrpSpPr/>
          <p:nvPr/>
        </p:nvGrpSpPr>
        <p:grpSpPr>
          <a:xfrm>
            <a:off x="566061" y="1532692"/>
            <a:ext cx="457091" cy="2110392"/>
            <a:chOff x="566061" y="1532692"/>
            <a:chExt cx="457091" cy="2110392"/>
          </a:xfrm>
        </p:grpSpPr>
        <p:sp>
          <p:nvSpPr>
            <p:cNvPr id="5" name="Rectangle 4">
              <a:extLst>
                <a:ext uri="{FF2B5EF4-FFF2-40B4-BE49-F238E27FC236}">
                  <a16:creationId xmlns:a16="http://schemas.microsoft.com/office/drawing/2014/main" id="{CE90A58A-A9DA-45FD-9836-6EAE71BBA554}"/>
                </a:ext>
              </a:extLst>
            </p:cNvPr>
            <p:cNvSpPr/>
            <p:nvPr/>
          </p:nvSpPr>
          <p:spPr>
            <a:xfrm>
              <a:off x="579120" y="1532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98D21DD-D5F4-408A-950E-E1179AC2F2B8}"/>
                </a:ext>
              </a:extLst>
            </p:cNvPr>
            <p:cNvSpPr/>
            <p:nvPr/>
          </p:nvSpPr>
          <p:spPr>
            <a:xfrm>
              <a:off x="566061" y="296597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84851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16BDC937-8F28-49F5-AD70-53E58F54001F}"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452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Was beschreibt das Geheimnisprinzip einer Softwarekomponente?</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kumimoji="0" lang="de-DE" sz="1600" b="0" i="0" u="none" strike="noStrike" kern="1200" cap="none" spc="0" normalizeH="0" baseline="0" noProof="0">
                          <a:ln>
                            <a:noFill/>
                          </a:ln>
                          <a:solidFill>
                            <a:srgbClr val="003CD2"/>
                          </a:solidFill>
                          <a:effectLst/>
                          <a:uLnTx/>
                          <a:uFillTx/>
                          <a:latin typeface="+mn-lt"/>
                          <a:ea typeface="+mn-ea"/>
                          <a:cs typeface="+mn-cs"/>
                        </a:rPr>
                        <a:t>Wählen Sie die </a:t>
                      </a:r>
                      <a:r>
                        <a:rPr kumimoji="0" lang="de-DE" sz="1600" b="1" i="0" u="none" strike="noStrike" kern="1200" cap="none" spc="0" normalizeH="0" baseline="0" noProof="0">
                          <a:ln>
                            <a:noFill/>
                          </a:ln>
                          <a:solidFill>
                            <a:srgbClr val="003CD2"/>
                          </a:solidFill>
                          <a:effectLst/>
                          <a:uLnTx/>
                          <a:uFillTx/>
                          <a:latin typeface="Calibri" panose="020F0502020204030204" pitchFamily="34" charset="0"/>
                          <a:ea typeface="Calibri" panose="020F0502020204030204" pitchFamily="34" charset="0"/>
                          <a:cs typeface="Calibri" panose="020F0502020204030204" pitchFamily="34" charset="0"/>
                        </a:rPr>
                        <a:t>eine </a:t>
                      </a:r>
                      <a:r>
                        <a:rPr kumimoji="0" lang="de-DE" sz="1600" b="0" i="0" u="none" strike="noStrike" kern="1200" cap="none" spc="0" normalizeH="0" baseline="0" noProof="0">
                          <a:ln>
                            <a:noFill/>
                          </a:ln>
                          <a:solidFill>
                            <a:srgbClr val="003CD2"/>
                          </a:solidFill>
                          <a:effectLst/>
                          <a:uLnTx/>
                          <a:uFillTx/>
                          <a:latin typeface="+mn-lt"/>
                          <a:ea typeface="+mn-ea"/>
                          <a:cs typeface="+mn-cs"/>
                        </a:rPr>
                        <a:t>am besten passende Antwort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Verwendung der Komponente ist geheim. Sie kann nicht allgemeingültig verwendet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Kommunikation mit der Komponente darf ausschließlich verschlüsselt stattfinden.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Funktionsweise der Komponente ist zum Schutz der Implementierung nicht dokumentiert.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Interne Bausteine einer Komponente sind von außen nicht einsehbar.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5" name="Rectangle 4">
            <a:extLst>
              <a:ext uri="{FF2B5EF4-FFF2-40B4-BE49-F238E27FC236}">
                <a16:creationId xmlns:a16="http://schemas.microsoft.com/office/drawing/2014/main" id="{CE90A58A-A9DA-45FD-9836-6EAE71BBA554}"/>
              </a:ext>
            </a:extLst>
          </p:cNvPr>
          <p:cNvSpPr/>
          <p:nvPr/>
        </p:nvSpPr>
        <p:spPr>
          <a:xfrm>
            <a:off x="579120" y="32852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737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56ADEB4F-F9A3-4B1C-916F-2984FBE93FD5}"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37</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0254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Was gilt für die Kopplung von Bausteinen?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259658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Möglichst enge Kopplung ähnlicher Komponenten anstreben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Bausteine mit enger Kopplung sind schwerer zu warten, erweitern usw.</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lose Kopplung wird durch hohe Kohäsion begünstigt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Architekturbausteine sollen von den fachlichen Domänen entkoppelt werden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7" name="Group 6">
            <a:extLst>
              <a:ext uri="{FF2B5EF4-FFF2-40B4-BE49-F238E27FC236}">
                <a16:creationId xmlns:a16="http://schemas.microsoft.com/office/drawing/2014/main" id="{B211F19F-6E67-45C7-9BE4-077F4194B5A6}"/>
              </a:ext>
            </a:extLst>
          </p:cNvPr>
          <p:cNvGrpSpPr/>
          <p:nvPr/>
        </p:nvGrpSpPr>
        <p:grpSpPr>
          <a:xfrm>
            <a:off x="544757" y="1536278"/>
            <a:ext cx="793637" cy="2005323"/>
            <a:chOff x="544757" y="1151692"/>
            <a:chExt cx="793637" cy="2005323"/>
          </a:xfrm>
        </p:grpSpPr>
        <p:sp>
          <p:nvSpPr>
            <p:cNvPr id="5" name="Rectangle 4">
              <a:extLst>
                <a:ext uri="{FF2B5EF4-FFF2-40B4-BE49-F238E27FC236}">
                  <a16:creationId xmlns:a16="http://schemas.microsoft.com/office/drawing/2014/main" id="{CE90A58A-A9DA-45FD-9836-6EAE71BBA554}"/>
                </a:ext>
              </a:extLst>
            </p:cNvPr>
            <p:cNvSpPr/>
            <p:nvPr/>
          </p:nvSpPr>
          <p:spPr>
            <a:xfrm>
              <a:off x="575591" y="154865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11516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7E5CBCCF-0F14-4CEE-9D46-C63482D1499A}"/>
                </a:ext>
              </a:extLst>
            </p:cNvPr>
            <p:cNvSpPr/>
            <p:nvPr/>
          </p:nvSpPr>
          <p:spPr>
            <a:xfrm>
              <a:off x="979321" y="2479907"/>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4719DF18-19E3-48AC-8264-49179B203D51}"/>
                </a:ext>
              </a:extLst>
            </p:cNvPr>
            <p:cNvSpPr/>
            <p:nvPr/>
          </p:nvSpPr>
          <p:spPr>
            <a:xfrm>
              <a:off x="544757" y="201428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3273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B347482B-0CD7-4121-A077-B175D13E46CA}"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1972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dirty="0">
                          <a:solidFill>
                            <a:srgbClr val="003CD2"/>
                          </a:solidFill>
                        </a:rPr>
                        <a:t>Was gilt für ein „Proxy“-Muster?</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kumimoji="0" lang="de-DE" sz="1600" b="0" i="0" u="none" strike="noStrike" kern="1200" cap="none" spc="0" normalizeH="0" baseline="0" noProof="0">
                          <a:ln>
                            <a:noFill/>
                          </a:ln>
                          <a:solidFill>
                            <a:srgbClr val="003CD2"/>
                          </a:solidFill>
                          <a:effectLst/>
                          <a:uLnTx/>
                          <a:uFillTx/>
                          <a:latin typeface="+mn-lt"/>
                          <a:ea typeface="+mn-ea"/>
                          <a:cs typeface="+mn-cs"/>
                        </a:rPr>
                        <a:t>Wählen Sie die zwei am besten passende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Funktioniert im Wesentlichen wie das </a:t>
                      </a:r>
                      <a:r>
                        <a:rPr lang="de-DE" sz="2000" err="1"/>
                        <a:t>Proximity</a:t>
                      </a:r>
                      <a:r>
                        <a:rPr lang="de-DE" sz="2000"/>
                        <a:t>-Muster.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Forward-Proxys akzeptieren den Zugang vom Internet zu privaten Netzen und Reverse-Proxys ermöglichen den Zugang zu öffentlichen Netzen von privaten Netzen aus.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Bietet einen Ersatz oder Platzhalter für einen anderen Baustein.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Kann auf Klassen-, Komponenten- oder Systemebene verwendet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8" name="Group 7">
            <a:extLst>
              <a:ext uri="{FF2B5EF4-FFF2-40B4-BE49-F238E27FC236}">
                <a16:creationId xmlns:a16="http://schemas.microsoft.com/office/drawing/2014/main" id="{1E8502FE-E2E7-D69A-48ED-083EF74D61B6}"/>
              </a:ext>
            </a:extLst>
          </p:cNvPr>
          <p:cNvGrpSpPr/>
          <p:nvPr/>
        </p:nvGrpSpPr>
        <p:grpSpPr>
          <a:xfrm>
            <a:off x="574770" y="2558116"/>
            <a:ext cx="448382" cy="1123417"/>
            <a:chOff x="574770" y="2558116"/>
            <a:chExt cx="448382" cy="1123417"/>
          </a:xfrm>
        </p:grpSpPr>
        <p:sp>
          <p:nvSpPr>
            <p:cNvPr id="5" name="Rectangle 4">
              <a:extLst>
                <a:ext uri="{FF2B5EF4-FFF2-40B4-BE49-F238E27FC236}">
                  <a16:creationId xmlns:a16="http://schemas.microsoft.com/office/drawing/2014/main" id="{CE90A58A-A9DA-45FD-9836-6EAE71BBA554}"/>
                </a:ext>
              </a:extLst>
            </p:cNvPr>
            <p:cNvSpPr/>
            <p:nvPr/>
          </p:nvSpPr>
          <p:spPr>
            <a:xfrm>
              <a:off x="579120" y="255811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801DBE11-9B6C-0A0F-05DD-F981A4FAF0D9}"/>
                </a:ext>
              </a:extLst>
            </p:cNvPr>
            <p:cNvSpPr/>
            <p:nvPr/>
          </p:nvSpPr>
          <p:spPr>
            <a:xfrm>
              <a:off x="574770" y="300442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85634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9277132-E2D9-4548-B6B3-98A9E4FAE683}"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39</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233241944"/>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Lösungsstrategie</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16886030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95B03AC-E4E0-4214-AB9D-3D3A801EE18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40</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094343342"/>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Lösungsentwicklung</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505375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18B14F0-7D0C-4FBF-B1BC-7B3FF4A4032F}"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820731957"/>
              </p:ext>
            </p:extLst>
          </p:nvPr>
        </p:nvGraphicFramePr>
        <p:xfrm>
          <a:off x="541338" y="438222"/>
          <a:ext cx="9059862" cy="3817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Aussagen passen am besten zum Begriff „Schnittstelle“?</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können die </a:t>
                      </a:r>
                      <a:r>
                        <a:rPr lang="de-DE" sz="2000" dirty="0"/>
                        <a:t>Wartbarkeit und Anpassbarkeit </a:t>
                      </a:r>
                      <a:r>
                        <a:rPr lang="de-DE" sz="2000"/>
                        <a:t>des Systems </a:t>
                      </a:r>
                      <a:r>
                        <a:rPr lang="de-DE" sz="1800"/>
                        <a:t>erhöhen </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Bausteine sollten Schnittstellen zu anderen Bausteinen komplett vermeiden, da sie Abhängigkeiten darstellen und dadurch die Flexibilität des Systems verringern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erfordern die Verwendung einer objektorientierten Programmiersprache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Zugriff auf Daten eines anderen Bausteins über eine Schnittstelle kann weniger effizient als direkter Zugriff auf die angefragten Daten sein.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C4382DCD-9D17-4FF5-8D6D-93A4A99C2880}"/>
              </a:ext>
            </a:extLst>
          </p:cNvPr>
          <p:cNvGrpSpPr/>
          <p:nvPr/>
        </p:nvGrpSpPr>
        <p:grpSpPr>
          <a:xfrm>
            <a:off x="571594" y="1451789"/>
            <a:ext cx="444408" cy="2544478"/>
            <a:chOff x="571594" y="1451789"/>
            <a:chExt cx="444408" cy="2544478"/>
          </a:xfrm>
        </p:grpSpPr>
        <p:sp>
          <p:nvSpPr>
            <p:cNvPr id="7" name="Rectangle 6">
              <a:extLst>
                <a:ext uri="{FF2B5EF4-FFF2-40B4-BE49-F238E27FC236}">
                  <a16:creationId xmlns:a16="http://schemas.microsoft.com/office/drawing/2014/main" id="{44A5BCB7-477B-4323-A65D-7547C94CD912}"/>
                </a:ext>
              </a:extLst>
            </p:cNvPr>
            <p:cNvSpPr/>
            <p:nvPr/>
          </p:nvSpPr>
          <p:spPr>
            <a:xfrm>
              <a:off x="571594" y="145178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22321E77-FBC9-4DB0-AA34-9D34D8EC8D2E}"/>
                </a:ext>
              </a:extLst>
            </p:cNvPr>
            <p:cNvSpPr/>
            <p:nvPr/>
          </p:nvSpPr>
          <p:spPr>
            <a:xfrm>
              <a:off x="571970" y="331915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59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F9EDA581-DB44-49A2-9451-D11151ECE80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42</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318046" cy="4338720"/>
        </p:xfrm>
        <a:graphic>
          <a:graphicData uri="http://schemas.openxmlformats.org/drawingml/2006/table">
            <a:tbl>
              <a:tblPr firstRow="1" bandRow="1">
                <a:tableStyleId>{2D5ABB26-0587-4C30-8999-92F81FD0307C}</a:tableStyleId>
              </a:tblPr>
              <a:tblGrid>
                <a:gridCol w="366056">
                  <a:extLst>
                    <a:ext uri="{9D8B030D-6E8A-4147-A177-3AD203B41FA5}">
                      <a16:colId xmlns:a16="http://schemas.microsoft.com/office/drawing/2014/main" val="460706613"/>
                    </a:ext>
                  </a:extLst>
                </a:gridCol>
                <a:gridCol w="73211">
                  <a:extLst>
                    <a:ext uri="{9D8B030D-6E8A-4147-A177-3AD203B41FA5}">
                      <a16:colId xmlns:a16="http://schemas.microsoft.com/office/drawing/2014/main" val="3817590"/>
                    </a:ext>
                  </a:extLst>
                </a:gridCol>
                <a:gridCol w="366056">
                  <a:extLst>
                    <a:ext uri="{9D8B030D-6E8A-4147-A177-3AD203B41FA5}">
                      <a16:colId xmlns:a16="http://schemas.microsoft.com/office/drawing/2014/main" val="1130871493"/>
                    </a:ext>
                  </a:extLst>
                </a:gridCol>
                <a:gridCol w="109817">
                  <a:extLst>
                    <a:ext uri="{9D8B030D-6E8A-4147-A177-3AD203B41FA5}">
                      <a16:colId xmlns:a16="http://schemas.microsoft.com/office/drawing/2014/main" val="1601449817"/>
                    </a:ext>
                  </a:extLst>
                </a:gridCol>
                <a:gridCol w="239016">
                  <a:extLst>
                    <a:ext uri="{9D8B030D-6E8A-4147-A177-3AD203B41FA5}">
                      <a16:colId xmlns:a16="http://schemas.microsoft.com/office/drawing/2014/main" val="3537636296"/>
                    </a:ext>
                  </a:extLst>
                </a:gridCol>
                <a:gridCol w="77482">
                  <a:extLst>
                    <a:ext uri="{9D8B030D-6E8A-4147-A177-3AD203B41FA5}">
                      <a16:colId xmlns:a16="http://schemas.microsoft.com/office/drawing/2014/main" val="2376555430"/>
                    </a:ext>
                  </a:extLst>
                </a:gridCol>
                <a:gridCol w="8086408">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von den Begriffen sollten getrennt gehalten werden?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534899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Logisches (fachliches) Datenmodell und technisches Datenbankmodell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View und Controller</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Pipes und Filters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Benutzerschnittstelle und Business-Logik</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Dokumentation und Kommunikation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Domänenspezifische und technische Bausteine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Lese- und Schreibzugriffe (um bspw. Sicherheit, Performanz usw. zu optimieren)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bl>
          </a:graphicData>
        </a:graphic>
      </p:graphicFrame>
      <p:grpSp>
        <p:nvGrpSpPr>
          <p:cNvPr id="7" name="Group 6">
            <a:extLst>
              <a:ext uri="{FF2B5EF4-FFF2-40B4-BE49-F238E27FC236}">
                <a16:creationId xmlns:a16="http://schemas.microsoft.com/office/drawing/2014/main" id="{B84E5018-1D0F-43F1-990E-42872343DDBC}"/>
              </a:ext>
            </a:extLst>
          </p:cNvPr>
          <p:cNvGrpSpPr/>
          <p:nvPr/>
        </p:nvGrpSpPr>
        <p:grpSpPr>
          <a:xfrm>
            <a:off x="579120" y="1490832"/>
            <a:ext cx="759274" cy="3309768"/>
            <a:chOff x="579120" y="1066800"/>
            <a:chExt cx="759274" cy="3309768"/>
          </a:xfrm>
        </p:grpSpPr>
        <p:sp>
          <p:nvSpPr>
            <p:cNvPr id="5" name="Rectangle 4">
              <a:extLst>
                <a:ext uri="{FF2B5EF4-FFF2-40B4-BE49-F238E27FC236}">
                  <a16:creationId xmlns:a16="http://schemas.microsoft.com/office/drawing/2014/main" id="{CE90A58A-A9DA-45FD-9836-6EAE71BBA554}"/>
                </a:ext>
              </a:extLst>
            </p:cNvPr>
            <p:cNvSpPr/>
            <p:nvPr/>
          </p:nvSpPr>
          <p:spPr>
            <a:xfrm>
              <a:off x="579120" y="10668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19898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8384D3C-A17E-4CAD-A7CB-CC28DE4E4F5A}"/>
                </a:ext>
              </a:extLst>
            </p:cNvPr>
            <p:cNvSpPr/>
            <p:nvPr/>
          </p:nvSpPr>
          <p:spPr>
            <a:xfrm>
              <a:off x="972488" y="286817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42C6778-0E49-426B-945F-78D76697E626}"/>
                </a:ext>
              </a:extLst>
            </p:cNvPr>
            <p:cNvSpPr/>
            <p:nvPr/>
          </p:nvSpPr>
          <p:spPr>
            <a:xfrm>
              <a:off x="582849" y="151091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E43BF567-FA49-4D21-ABEA-AA668DF3FB7A}"/>
                </a:ext>
              </a:extLst>
            </p:cNvPr>
            <p:cNvSpPr/>
            <p:nvPr/>
          </p:nvSpPr>
          <p:spPr>
            <a:xfrm>
              <a:off x="590307" y="239915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7A14BE6-142F-42AE-81F6-D96F952D55C0}"/>
                </a:ext>
              </a:extLst>
            </p:cNvPr>
            <p:cNvSpPr/>
            <p:nvPr/>
          </p:nvSpPr>
          <p:spPr>
            <a:xfrm>
              <a:off x="579835" y="325534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17023062-3549-4B39-9A92-69A806667869}"/>
                </a:ext>
              </a:extLst>
            </p:cNvPr>
            <p:cNvSpPr/>
            <p:nvPr/>
          </p:nvSpPr>
          <p:spPr>
            <a:xfrm>
              <a:off x="583564" y="369946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38691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C2488657-9C86-46DD-A153-A6E383D01E31}"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3912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Was sollte ein Softwarearchitekt in Bezug auf Architekturentscheidungen tun?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06451690"/>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begründen können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die dazugehörigen Annahmen protokollieren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erst nach der Umsetzung dokumentieren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systematisch herangehen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7" name="Group 6">
            <a:extLst>
              <a:ext uri="{FF2B5EF4-FFF2-40B4-BE49-F238E27FC236}">
                <a16:creationId xmlns:a16="http://schemas.microsoft.com/office/drawing/2014/main" id="{5E65BFE3-63D2-47F3-8E41-91DAC696E80D}"/>
              </a:ext>
            </a:extLst>
          </p:cNvPr>
          <p:cNvGrpSpPr/>
          <p:nvPr/>
        </p:nvGrpSpPr>
        <p:grpSpPr>
          <a:xfrm>
            <a:off x="546786" y="1872387"/>
            <a:ext cx="791608" cy="1998575"/>
            <a:chOff x="546786" y="1447800"/>
            <a:chExt cx="791608" cy="1998575"/>
          </a:xfrm>
        </p:grpSpPr>
        <p:sp>
          <p:nvSpPr>
            <p:cNvPr id="5" name="Rectangle 4">
              <a:extLst>
                <a:ext uri="{FF2B5EF4-FFF2-40B4-BE49-F238E27FC236}">
                  <a16:creationId xmlns:a16="http://schemas.microsoft.com/office/drawing/2014/main" id="{CE90A58A-A9DA-45FD-9836-6EAE71BBA554}"/>
                </a:ext>
              </a:extLst>
            </p:cNvPr>
            <p:cNvSpPr/>
            <p:nvPr/>
          </p:nvSpPr>
          <p:spPr>
            <a:xfrm>
              <a:off x="579120" y="14478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23708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FEE5D88-8E4A-4778-84A3-126BDB5C74A2}"/>
                </a:ext>
              </a:extLst>
            </p:cNvPr>
            <p:cNvSpPr/>
            <p:nvPr/>
          </p:nvSpPr>
          <p:spPr>
            <a:xfrm>
              <a:off x="568342" y="188828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850DA77-2F48-4579-94D0-1E132638761E}"/>
                </a:ext>
              </a:extLst>
            </p:cNvPr>
            <p:cNvSpPr/>
            <p:nvPr/>
          </p:nvSpPr>
          <p:spPr>
            <a:xfrm>
              <a:off x="546786" y="276926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84530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A31F6CC7-D71F-4ABC-9331-4C4680BFB200}"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853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Eigenschaften sind beim Entwurf von Schnittstellen zwischen Architekturbausteinen wünschenswert?</a:t>
                      </a: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a:t>
                      </a:r>
                      <a:r>
                        <a:rPr lang="de-DE" sz="1600" b="1">
                          <a:solidFill>
                            <a:srgbClr val="003CD2"/>
                          </a:solidFill>
                          <a:latin typeface="Calibri" panose="020F0502020204030204" pitchFamily="34" charset="0"/>
                          <a:ea typeface="Calibri" panose="020F0502020204030204" pitchFamily="34" charset="0"/>
                          <a:cs typeface="Calibri" panose="020F0502020204030204" pitchFamily="34" charset="0"/>
                        </a:rPr>
                        <a:t>vier</a:t>
                      </a:r>
                      <a:r>
                        <a:rPr lang="de-DE" sz="1600">
                          <a:solidFill>
                            <a:srgbClr val="003CD2"/>
                          </a:solidFill>
                        </a:rPr>
                        <a:t>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funktional vollständig aus Sicht des Nutzers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funktional vollständig aus Sicht des Anbieters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Ermöglichen des Aufrufs privater Dienste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schwer zu missbrauchen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einfach zu benutzen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einfach zu erweitern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7" name="Group 6">
            <a:extLst>
              <a:ext uri="{FF2B5EF4-FFF2-40B4-BE49-F238E27FC236}">
                <a16:creationId xmlns:a16="http://schemas.microsoft.com/office/drawing/2014/main" id="{52DF64C7-7CD5-44A1-9A23-113A001BDC43}"/>
              </a:ext>
            </a:extLst>
          </p:cNvPr>
          <p:cNvGrpSpPr/>
          <p:nvPr/>
        </p:nvGrpSpPr>
        <p:grpSpPr>
          <a:xfrm>
            <a:off x="579120" y="1447800"/>
            <a:ext cx="444432" cy="2872392"/>
            <a:chOff x="579120" y="1447800"/>
            <a:chExt cx="444432" cy="2872392"/>
          </a:xfrm>
        </p:grpSpPr>
        <p:sp>
          <p:nvSpPr>
            <p:cNvPr id="5" name="Rectangle 4">
              <a:extLst>
                <a:ext uri="{FF2B5EF4-FFF2-40B4-BE49-F238E27FC236}">
                  <a16:creationId xmlns:a16="http://schemas.microsoft.com/office/drawing/2014/main" id="{CE90A58A-A9DA-45FD-9836-6EAE71BBA554}"/>
                </a:ext>
              </a:extLst>
            </p:cNvPr>
            <p:cNvSpPr/>
            <p:nvPr/>
          </p:nvSpPr>
          <p:spPr>
            <a:xfrm>
              <a:off x="579120" y="14478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79880FB9-7941-468D-B127-0B20ACA17FEA}"/>
                </a:ext>
              </a:extLst>
            </p:cNvPr>
            <p:cNvSpPr/>
            <p:nvPr/>
          </p:nvSpPr>
          <p:spPr>
            <a:xfrm>
              <a:off x="579320" y="321416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DD2E3CB5-C9A9-4561-A011-83ACA1F38853}"/>
                </a:ext>
              </a:extLst>
            </p:cNvPr>
            <p:cNvSpPr/>
            <p:nvPr/>
          </p:nvSpPr>
          <p:spPr>
            <a:xfrm>
              <a:off x="579420" y="364308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CA68B65A-FBA5-4F88-BB9A-6EC0055F63EB}"/>
                </a:ext>
              </a:extLst>
            </p:cNvPr>
            <p:cNvSpPr/>
            <p:nvPr/>
          </p:nvSpPr>
          <p:spPr>
            <a:xfrm>
              <a:off x="579520" y="276497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8839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1F392718-9024-487A-A89A-2B391E2F4240}"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2835867048"/>
              </p:ext>
            </p:extLst>
          </p:nvPr>
        </p:nvGraphicFramePr>
        <p:xfrm>
          <a:off x="541338" y="438222"/>
          <a:ext cx="8591862" cy="31003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dirty="0">
                          <a:solidFill>
                            <a:srgbClr val="003CD2"/>
                          </a:solidFill>
                        </a:rPr>
                        <a:t>Was sind Möglichkeiten, die Kopplung zwischen den Implementierungen zweier Bausteine zu reduzieren oder aufzulösen?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dirty="0">
                          <a:solidFill>
                            <a:srgbClr val="003CD2"/>
                          </a:solidFill>
                        </a:rPr>
                        <a:t>Wählen Sie die </a:t>
                      </a:r>
                      <a:r>
                        <a:rPr lang="de-DE" sz="1600" b="1" dirty="0">
                          <a:solidFill>
                            <a:srgbClr val="003CD2"/>
                          </a:solidFill>
                          <a:latin typeface="Calibri"/>
                          <a:ea typeface="Calibri"/>
                          <a:cs typeface="Calibri"/>
                        </a:rPr>
                        <a:t>zwei</a:t>
                      </a:r>
                      <a:r>
                        <a:rPr lang="de-DE" sz="1600" dirty="0">
                          <a:solidFill>
                            <a:srgbClr val="003CD2"/>
                          </a:solidFill>
                        </a:rPr>
                        <a:t> am besten passenden Antworten aus.</a:t>
                      </a:r>
                      <a:endParaRPr lang="de-DE" dirty="0">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dirty="0">
                          <a:sym typeface="Wingdings" panose="05000000000000000000" pitchFamily="2" charset="2"/>
                        </a:rPr>
                        <a:t></a:t>
                      </a:r>
                      <a:endParaRPr lang="de-DE" sz="1800" dirty="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dirty="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Eine der Komponenten in zwei Teilkomponenten aufteilen, mit einem gekoppelten und einem entkoppelten Part.</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dirty="0">
                          <a:ln>
                            <a:noFill/>
                          </a:ln>
                          <a:solidFill>
                            <a:prstClr val="black"/>
                          </a:solidFill>
                          <a:effectLst/>
                          <a:uLnTx/>
                          <a:uFillTx/>
                          <a:latin typeface="+mn-lt"/>
                          <a:ea typeface="+mn-ea"/>
                          <a:cs typeface="+mn-cs"/>
                          <a:sym typeface="Wingdings" panose="05000000000000000000" pitchFamily="2" charset="2"/>
                        </a:rPr>
                        <a:t></a:t>
                      </a:r>
                      <a:endParaRPr lang="de-DE" sz="1000" dirty="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dirty="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Interface zwischen den Komponenten einführen.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dirty="0">
                          <a:ln>
                            <a:noFill/>
                          </a:ln>
                          <a:solidFill>
                            <a:prstClr val="black"/>
                          </a:solidFill>
                          <a:effectLst/>
                          <a:uLnTx/>
                          <a:uFillTx/>
                          <a:latin typeface="+mn-lt"/>
                          <a:ea typeface="+mn-ea"/>
                          <a:cs typeface="+mn-cs"/>
                          <a:sym typeface="Wingdings" panose="05000000000000000000" pitchFamily="2" charset="2"/>
                        </a:rPr>
                        <a:t></a:t>
                      </a:r>
                      <a:endParaRPr lang="de-DE" sz="1000" dirty="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dirty="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Gemeinsame Funktionalität in eine dritte Komponente auslagern und diese Funktionalität von beiden Komponenten aufrufen</a:t>
                      </a:r>
                      <a:r>
                        <a:rPr lang="en-US" sz="2000"/>
                        <a:t> (Separation of Concerns)</a:t>
                      </a:r>
                      <a:r>
                        <a:rPr lang="de-DE" sz="2000"/>
                        <a:t>.</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bl>
          </a:graphicData>
        </a:graphic>
      </p:graphicFrame>
      <p:grpSp>
        <p:nvGrpSpPr>
          <p:cNvPr id="7" name="Group 6">
            <a:extLst>
              <a:ext uri="{FF2B5EF4-FFF2-40B4-BE49-F238E27FC236}">
                <a16:creationId xmlns:a16="http://schemas.microsoft.com/office/drawing/2014/main" id="{583DFCAA-D213-4A7B-B2D8-5D48FE0D935A}"/>
              </a:ext>
            </a:extLst>
          </p:cNvPr>
          <p:cNvGrpSpPr/>
          <p:nvPr/>
        </p:nvGrpSpPr>
        <p:grpSpPr>
          <a:xfrm>
            <a:off x="569681" y="2171324"/>
            <a:ext cx="453471" cy="1111100"/>
            <a:chOff x="569681" y="2171324"/>
            <a:chExt cx="453471" cy="1111100"/>
          </a:xfrm>
        </p:grpSpPr>
        <p:sp>
          <p:nvSpPr>
            <p:cNvPr id="5" name="Rectangle 4">
              <a:extLst>
                <a:ext uri="{FF2B5EF4-FFF2-40B4-BE49-F238E27FC236}">
                  <a16:creationId xmlns:a16="http://schemas.microsoft.com/office/drawing/2014/main" id="{CE90A58A-A9DA-45FD-9836-6EAE71BBA554}"/>
                </a:ext>
              </a:extLst>
            </p:cNvPr>
            <p:cNvSpPr/>
            <p:nvPr/>
          </p:nvSpPr>
          <p:spPr>
            <a:xfrm>
              <a:off x="579120" y="217132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A6A6FDA-1DA7-487B-98B6-666709327493}"/>
                </a:ext>
              </a:extLst>
            </p:cNvPr>
            <p:cNvSpPr/>
            <p:nvPr/>
          </p:nvSpPr>
          <p:spPr>
            <a:xfrm>
              <a:off x="569681" y="260531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62527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8CD87984-96A7-4A4A-87E8-98EA4C9CCCA7}"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900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sind Querschnittskonzepte in der Architektur?</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Markieren Sie die Antworten mit Ja [J] oder Nein [N]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J</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N</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5703821"/>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Persistenz</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Inter-Prozess-Kommunikation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Domänenmodell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Nebenläufigkeit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Warenkorb</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Modernisierung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7" name="Group 6">
            <a:extLst>
              <a:ext uri="{FF2B5EF4-FFF2-40B4-BE49-F238E27FC236}">
                <a16:creationId xmlns:a16="http://schemas.microsoft.com/office/drawing/2014/main" id="{8DEF1B1E-0C2C-455F-A387-B1FCAAE20D24}"/>
              </a:ext>
            </a:extLst>
          </p:cNvPr>
          <p:cNvGrpSpPr/>
          <p:nvPr/>
        </p:nvGrpSpPr>
        <p:grpSpPr>
          <a:xfrm>
            <a:off x="579120" y="1516862"/>
            <a:ext cx="759274" cy="2891980"/>
            <a:chOff x="579120" y="1121235"/>
            <a:chExt cx="759274" cy="2891980"/>
          </a:xfrm>
        </p:grpSpPr>
        <p:sp>
          <p:nvSpPr>
            <p:cNvPr id="5" name="Rectangle 4">
              <a:extLst>
                <a:ext uri="{FF2B5EF4-FFF2-40B4-BE49-F238E27FC236}">
                  <a16:creationId xmlns:a16="http://schemas.microsoft.com/office/drawing/2014/main" id="{CE90A58A-A9DA-45FD-9836-6EAE71BBA554}"/>
                </a:ext>
              </a:extLst>
            </p:cNvPr>
            <p:cNvSpPr/>
            <p:nvPr/>
          </p:nvSpPr>
          <p:spPr>
            <a:xfrm>
              <a:off x="579120" y="112123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F12E6B7-D7A4-478F-B214-7E7429CDC48E}"/>
                </a:ext>
              </a:extLst>
            </p:cNvPr>
            <p:cNvSpPr/>
            <p:nvPr/>
          </p:nvSpPr>
          <p:spPr>
            <a:xfrm>
              <a:off x="979321" y="2040689"/>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589AF65-D21B-49A8-B94C-309AC743A2FB}"/>
                </a:ext>
              </a:extLst>
            </p:cNvPr>
            <p:cNvSpPr/>
            <p:nvPr/>
          </p:nvSpPr>
          <p:spPr>
            <a:xfrm>
              <a:off x="580568" y="155083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0832CAB-064E-4A8D-BDCD-BF70292B5A40}"/>
                </a:ext>
              </a:extLst>
            </p:cNvPr>
            <p:cNvSpPr/>
            <p:nvPr/>
          </p:nvSpPr>
          <p:spPr>
            <a:xfrm>
              <a:off x="583464" y="241004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3F5BDFA8-6CBE-4E87-A808-3B8C4B0A8D55}"/>
                </a:ext>
              </a:extLst>
            </p:cNvPr>
            <p:cNvSpPr/>
            <p:nvPr/>
          </p:nvSpPr>
          <p:spPr>
            <a:xfrm>
              <a:off x="965589" y="2904301"/>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85E8F7A7-5692-43C7-8CF6-8D318E8964B8}"/>
                </a:ext>
              </a:extLst>
            </p:cNvPr>
            <p:cNvSpPr/>
            <p:nvPr/>
          </p:nvSpPr>
          <p:spPr>
            <a:xfrm>
              <a:off x="958723" y="3336107"/>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80913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AEAFEC44-5B66-45D0-B078-F948D5839BB4}"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47</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908917219"/>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Architekturbewertung</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77716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9F378A23-B9A5-4829-B5D4-3E8D6C9A669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231313" cy="3488160"/>
        </p:xfrm>
        <a:graphic>
          <a:graphicData uri="http://schemas.openxmlformats.org/drawingml/2006/table">
            <a:tbl>
              <a:tblPr firstRow="1" bandRow="1">
                <a:tableStyleId>{2D5ABB26-0587-4C30-8999-92F81FD0307C}</a:tableStyleId>
              </a:tblPr>
              <a:tblGrid>
                <a:gridCol w="386793">
                  <a:extLst>
                    <a:ext uri="{9D8B030D-6E8A-4147-A177-3AD203B41FA5}">
                      <a16:colId xmlns:a16="http://schemas.microsoft.com/office/drawing/2014/main" val="460706613"/>
                    </a:ext>
                  </a:extLst>
                </a:gridCol>
                <a:gridCol w="77359">
                  <a:extLst>
                    <a:ext uri="{9D8B030D-6E8A-4147-A177-3AD203B41FA5}">
                      <a16:colId xmlns:a16="http://schemas.microsoft.com/office/drawing/2014/main" val="3817590"/>
                    </a:ext>
                  </a:extLst>
                </a:gridCol>
                <a:gridCol w="252557">
                  <a:extLst>
                    <a:ext uri="{9D8B030D-6E8A-4147-A177-3AD203B41FA5}">
                      <a16:colId xmlns:a16="http://schemas.microsoft.com/office/drawing/2014/main" val="3537636296"/>
                    </a:ext>
                  </a:extLst>
                </a:gridCol>
                <a:gridCol w="81872">
                  <a:extLst>
                    <a:ext uri="{9D8B030D-6E8A-4147-A177-3AD203B41FA5}">
                      <a16:colId xmlns:a16="http://schemas.microsoft.com/office/drawing/2014/main" val="2376555430"/>
                    </a:ext>
                  </a:extLst>
                </a:gridCol>
                <a:gridCol w="8432732">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Wen oder was benötigt man, um Architekturbewertungen durchzuführen?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a:t>
                      </a:r>
                      <a:r>
                        <a:rPr lang="de-DE" sz="1600" b="1">
                          <a:solidFill>
                            <a:srgbClr val="003CD2"/>
                          </a:solidFill>
                          <a:latin typeface="Calibri" panose="020F0502020204030204" pitchFamily="34" charset="0"/>
                          <a:ea typeface="Calibri" panose="020F0502020204030204" pitchFamily="34" charset="0"/>
                          <a:cs typeface="Calibri" panose="020F0502020204030204" pitchFamily="34" charset="0"/>
                        </a:rPr>
                        <a:t>zwei</a:t>
                      </a:r>
                      <a:r>
                        <a:rPr lang="de-DE" sz="1600">
                          <a:solidFill>
                            <a:srgbClr val="003CD2"/>
                          </a:solidFill>
                        </a:rPr>
                        <a:t> am besten passenden Antworten.</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Aktueller Stand der Umsetzung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Analyse zur System-Komplexität</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Test-Ergebnisse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Liste von Fehlern in der Entwicklung und Betrieb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Anforderungs- und Architekturdokumentation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marL="0" marR="0" lvl="0" indent="0" algn="ctr" defTabSz="914361"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Fachexperte bzw. Product Owner</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1373291"/>
                  </a:ext>
                </a:extLst>
              </a:tr>
            </a:tbl>
          </a:graphicData>
        </a:graphic>
      </p:graphicFrame>
      <p:grpSp>
        <p:nvGrpSpPr>
          <p:cNvPr id="7" name="Group 6">
            <a:extLst>
              <a:ext uri="{FF2B5EF4-FFF2-40B4-BE49-F238E27FC236}">
                <a16:creationId xmlns:a16="http://schemas.microsoft.com/office/drawing/2014/main" id="{1BF059AF-FBA4-441F-9122-FB7578F5AE40}"/>
              </a:ext>
            </a:extLst>
          </p:cNvPr>
          <p:cNvGrpSpPr/>
          <p:nvPr/>
        </p:nvGrpSpPr>
        <p:grpSpPr>
          <a:xfrm>
            <a:off x="580568" y="2836793"/>
            <a:ext cx="445480" cy="1125607"/>
            <a:chOff x="580568" y="2836793"/>
            <a:chExt cx="445480" cy="1125607"/>
          </a:xfrm>
        </p:grpSpPr>
        <p:sp>
          <p:nvSpPr>
            <p:cNvPr id="8" name="Rectangle 7">
              <a:extLst>
                <a:ext uri="{FF2B5EF4-FFF2-40B4-BE49-F238E27FC236}">
                  <a16:creationId xmlns:a16="http://schemas.microsoft.com/office/drawing/2014/main" id="{7D053B30-45AC-499B-A774-1495FF473D29}"/>
                </a:ext>
              </a:extLst>
            </p:cNvPr>
            <p:cNvSpPr/>
            <p:nvPr/>
          </p:nvSpPr>
          <p:spPr>
            <a:xfrm>
              <a:off x="580568" y="283679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DFEEE356-DEEA-44EF-A2FB-505A052C71A2}"/>
                </a:ext>
              </a:extLst>
            </p:cNvPr>
            <p:cNvSpPr/>
            <p:nvPr/>
          </p:nvSpPr>
          <p:spPr>
            <a:xfrm>
              <a:off x="582016" y="32852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64498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A37C2A03-9DD3-49ED-8218-5778784F9DFD}" type="datetime1">
              <a:rPr lang="de-DE" smtClean="0">
                <a:solidFill>
                  <a:prstClr val="black">
                    <a:lumMod val="65000"/>
                    <a:lumOff val="35000"/>
                  </a:prstClr>
                </a:solidFill>
              </a:rPr>
              <a:t>03.04.2025</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49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1571208411"/>
              </p:ext>
            </p:extLst>
          </p:nvPr>
        </p:nvGraphicFramePr>
        <p:xfrm>
          <a:off x="541338" y="438222"/>
          <a:ext cx="8591862" cy="36960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genannten Aspekte sind mögliche Ziele eines Architekten beim Einsatz von dynamischen Code-Analyse Werkzeugen?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Bestimmung der Lines </a:t>
                      </a:r>
                      <a:r>
                        <a:rPr lang="de-DE" sz="2000" err="1"/>
                        <a:t>of</a:t>
                      </a:r>
                      <a:r>
                        <a:rPr lang="de-DE" sz="2000"/>
                        <a:t> Code (LOC) eines Bausteins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Aufdecken von Abhängigkeiten zur Verbesserung der Architektur-Strukturen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Verletzung von Coding Conventions ermitteln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Unterstützung bei der gezielten Untersuchung bzgl. Performance- und Lasteigenschaften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Messung der Speichernutzung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46FEA8E6-FFAF-4C71-9669-808CF1B02209}"/>
              </a:ext>
            </a:extLst>
          </p:cNvPr>
          <p:cNvGrpSpPr/>
          <p:nvPr/>
        </p:nvGrpSpPr>
        <p:grpSpPr>
          <a:xfrm>
            <a:off x="579120" y="1890174"/>
            <a:ext cx="444784" cy="2273319"/>
            <a:chOff x="579120" y="1890174"/>
            <a:chExt cx="444784" cy="2273319"/>
          </a:xfrm>
        </p:grpSpPr>
        <p:sp>
          <p:nvSpPr>
            <p:cNvPr id="7" name="Rectangle 6">
              <a:extLst>
                <a:ext uri="{FF2B5EF4-FFF2-40B4-BE49-F238E27FC236}">
                  <a16:creationId xmlns:a16="http://schemas.microsoft.com/office/drawing/2014/main" id="{A52592DE-E09D-4CD9-B9E7-4B04888D7814}"/>
                </a:ext>
              </a:extLst>
            </p:cNvPr>
            <p:cNvSpPr/>
            <p:nvPr/>
          </p:nvSpPr>
          <p:spPr>
            <a:xfrm>
              <a:off x="579120" y="189017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F17203F-71DA-4743-9EEE-29679877A0FE}"/>
                </a:ext>
              </a:extLst>
            </p:cNvPr>
            <p:cNvSpPr/>
            <p:nvPr/>
          </p:nvSpPr>
          <p:spPr>
            <a:xfrm>
              <a:off x="579496" y="276694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CC37F40-1A57-4176-BC5A-C1FB42420FA3}"/>
                </a:ext>
              </a:extLst>
            </p:cNvPr>
            <p:cNvSpPr/>
            <p:nvPr/>
          </p:nvSpPr>
          <p:spPr>
            <a:xfrm>
              <a:off x="579872" y="348638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16863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865527" y="381000"/>
            <a:ext cx="8815339" cy="7019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3200">
                <a:latin typeface="Calibri Light" panose="020F0302020204030204" pitchFamily="34" charset="0"/>
              </a:rPr>
              <a:t>Danke für Ihre Aufmerksamkeit!</a:t>
            </a:r>
          </a:p>
        </p:txBody>
      </p:sp>
      <p:sp>
        <p:nvSpPr>
          <p:cNvPr id="8" name="Rechteck 7"/>
          <p:cNvSpPr/>
          <p:nvPr/>
        </p:nvSpPr>
        <p:spPr>
          <a:xfrm>
            <a:off x="865527" y="5809679"/>
            <a:ext cx="8815339" cy="7019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3200">
                <a:latin typeface="Calibri Light" panose="020F0302020204030204" pitchFamily="34" charset="0"/>
              </a:rPr>
              <a:t>Fragen?</a:t>
            </a:r>
          </a:p>
        </p:txBody>
      </p:sp>
      <p:pic>
        <p:nvPicPr>
          <p:cNvPr id="21" name="Grafik 20" descr="Questions.jpg"/>
          <p:cNvPicPr>
            <a:picLocks noChangeAspect="1"/>
          </p:cNvPicPr>
          <p:nvPr/>
        </p:nvPicPr>
        <p:blipFill>
          <a:blip r:embed="rId3" cstate="print"/>
          <a:stretch>
            <a:fillRect/>
          </a:stretch>
        </p:blipFill>
        <p:spPr>
          <a:xfrm>
            <a:off x="4800600" y="1828800"/>
            <a:ext cx="4783597" cy="3328416"/>
          </a:xfrm>
          <a:prstGeom prst="rect">
            <a:avLst/>
          </a:prstGeom>
        </p:spPr>
      </p:pic>
      <p:pic>
        <p:nvPicPr>
          <p:cNvPr id="23" name="Grafik 21">
            <a:extLst>
              <a:ext uri="{FF2B5EF4-FFF2-40B4-BE49-F238E27FC236}">
                <a16:creationId xmlns:a16="http://schemas.microsoft.com/office/drawing/2014/main" id="{DB944D35-8BF4-4343-A76E-9B0078BD32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19509" y="1802713"/>
            <a:ext cx="2427770" cy="940487"/>
          </a:xfrm>
          <a:prstGeom prst="rect">
            <a:avLst/>
          </a:prstGeom>
          <a:solidFill>
            <a:schemeClr val="bg1"/>
          </a:solidFill>
        </p:spPr>
      </p:pic>
      <p:grpSp>
        <p:nvGrpSpPr>
          <p:cNvPr id="40" name="Group 39">
            <a:extLst>
              <a:ext uri="{FF2B5EF4-FFF2-40B4-BE49-F238E27FC236}">
                <a16:creationId xmlns:a16="http://schemas.microsoft.com/office/drawing/2014/main" id="{852D8FB4-5B5E-464D-BC02-2FB866717C43}"/>
              </a:ext>
            </a:extLst>
          </p:cNvPr>
          <p:cNvGrpSpPr/>
          <p:nvPr/>
        </p:nvGrpSpPr>
        <p:grpSpPr>
          <a:xfrm>
            <a:off x="1143000" y="3087293"/>
            <a:ext cx="3581401" cy="2107329"/>
            <a:chOff x="1143000" y="3200400"/>
            <a:chExt cx="3581401" cy="2107329"/>
          </a:xfrm>
        </p:grpSpPr>
        <p:grpSp>
          <p:nvGrpSpPr>
            <p:cNvPr id="9" name="Group 8">
              <a:extLst>
                <a:ext uri="{FF2B5EF4-FFF2-40B4-BE49-F238E27FC236}">
                  <a16:creationId xmlns:a16="http://schemas.microsoft.com/office/drawing/2014/main" id="{5FF327AA-690B-4A82-BD53-8A5FCFB7030B}"/>
                </a:ext>
              </a:extLst>
            </p:cNvPr>
            <p:cNvGrpSpPr/>
            <p:nvPr/>
          </p:nvGrpSpPr>
          <p:grpSpPr>
            <a:xfrm>
              <a:off x="1143000" y="3200400"/>
              <a:ext cx="3581401" cy="2107329"/>
              <a:chOff x="1169545" y="2540508"/>
              <a:chExt cx="3581401" cy="2107329"/>
            </a:xfrm>
          </p:grpSpPr>
          <p:sp>
            <p:nvSpPr>
              <p:cNvPr id="20" name="Rectangle 14">
                <a:extLst>
                  <a:ext uri="{FF2B5EF4-FFF2-40B4-BE49-F238E27FC236}">
                    <a16:creationId xmlns:a16="http://schemas.microsoft.com/office/drawing/2014/main" id="{1A9559CD-BA77-48D0-922B-D2BB346899C0}"/>
                  </a:ext>
                </a:extLst>
              </p:cNvPr>
              <p:cNvSpPr>
                <a:spLocks noChangeArrowheads="1"/>
              </p:cNvSpPr>
              <p:nvPr/>
            </p:nvSpPr>
            <p:spPr bwMode="auto">
              <a:xfrm>
                <a:off x="1246360" y="2590261"/>
                <a:ext cx="3504586" cy="2057576"/>
              </a:xfrm>
              <a:prstGeom prst="rect">
                <a:avLst/>
              </a:prstGeom>
              <a:solidFill>
                <a:schemeClr val="bg1">
                  <a:lumMod val="85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p>
                <a:endParaRPr lang="de-DE" sz="1600">
                  <a:latin typeface="Calibri Light" panose="020F0302020204030204" pitchFamily="34" charset="0"/>
                </a:endParaRPr>
              </a:p>
            </p:txBody>
          </p:sp>
          <p:sp>
            <p:nvSpPr>
              <p:cNvPr id="22" name="Rectangle 15">
                <a:extLst>
                  <a:ext uri="{FF2B5EF4-FFF2-40B4-BE49-F238E27FC236}">
                    <a16:creationId xmlns:a16="http://schemas.microsoft.com/office/drawing/2014/main" id="{0F3976B2-66DF-42DA-8A59-D2D4D5CCB7B7}"/>
                  </a:ext>
                </a:extLst>
              </p:cNvPr>
              <p:cNvSpPr>
                <a:spLocks noChangeArrowheads="1"/>
              </p:cNvSpPr>
              <p:nvPr/>
            </p:nvSpPr>
            <p:spPr bwMode="auto">
              <a:xfrm>
                <a:off x="1169545" y="2540508"/>
                <a:ext cx="3504586" cy="2031041"/>
              </a:xfrm>
              <a:prstGeom prst="rect">
                <a:avLst/>
              </a:prstGeom>
              <a:solidFill>
                <a:schemeClr val="bg1"/>
              </a:solidFill>
              <a:ln w="12700">
                <a:solidFill>
                  <a:schemeClr val="bg1">
                    <a:lumMod val="75000"/>
                  </a:schemeClr>
                </a:solidFill>
                <a:miter lim="800000"/>
                <a:headEnd/>
                <a:tailEnd/>
              </a:ln>
            </p:spPr>
            <p:txBody>
              <a:bodyPr wrap="none" lIns="108000" tIns="0" rIns="0" bIns="0" anchor="ctr"/>
              <a:lstStyle/>
              <a:p>
                <a:r>
                  <a:rPr lang="de-DE" sz="2000" b="1">
                    <a:solidFill>
                      <a:srgbClr val="003CD2"/>
                    </a:solidFill>
                  </a:rPr>
                  <a:t>Roger E. Rhoades</a:t>
                </a:r>
              </a:p>
              <a:p>
                <a:pPr>
                  <a:spcAft>
                    <a:spcPts val="1200"/>
                  </a:spcAft>
                </a:pPr>
                <a:r>
                  <a:rPr lang="de-DE" sz="1600"/>
                  <a:t>Inhaber und Trainer</a:t>
                </a:r>
                <a:endParaRPr lang="de-DE"/>
              </a:p>
              <a:p>
                <a:r>
                  <a:rPr lang="de-DE" sz="1600"/>
                  <a:t>+49 152 53 44 33 55</a:t>
                </a:r>
              </a:p>
              <a:p>
                <a:r>
                  <a:rPr lang="de-DE" sz="1600"/>
                  <a:t>r.rhoades@albion.eu</a:t>
                </a:r>
              </a:p>
              <a:p>
                <a:r>
                  <a:rPr lang="de-DE" sz="1600"/>
                  <a:t>www.albion.eu</a:t>
                </a:r>
                <a:endParaRPr lang="de-DE" sz="1600">
                  <a:latin typeface="Calibri Light" panose="020F0302020204030204" pitchFamily="34" charset="0"/>
                </a:endParaRPr>
              </a:p>
            </p:txBody>
          </p:sp>
        </p:grpSp>
        <p:grpSp>
          <p:nvGrpSpPr>
            <p:cNvPr id="38" name="Group 37">
              <a:extLst>
                <a:ext uri="{FF2B5EF4-FFF2-40B4-BE49-F238E27FC236}">
                  <a16:creationId xmlns:a16="http://schemas.microsoft.com/office/drawing/2014/main" id="{3F817970-A4FA-4849-917B-2C3E655862F3}"/>
                </a:ext>
              </a:extLst>
            </p:cNvPr>
            <p:cNvGrpSpPr/>
            <p:nvPr/>
          </p:nvGrpSpPr>
          <p:grpSpPr>
            <a:xfrm>
              <a:off x="2907685" y="3295420"/>
              <a:ext cx="1469190" cy="1900871"/>
              <a:chOff x="2932061" y="3295420"/>
              <a:chExt cx="1469190" cy="1900871"/>
            </a:xfrm>
          </p:grpSpPr>
          <p:sp>
            <p:nvSpPr>
              <p:cNvPr id="31" name="Parallelogram 30">
                <a:extLst>
                  <a:ext uri="{FF2B5EF4-FFF2-40B4-BE49-F238E27FC236}">
                    <a16:creationId xmlns:a16="http://schemas.microsoft.com/office/drawing/2014/main" id="{B186EA33-8F15-4959-8D1F-4BD99C8CBFFA}"/>
                  </a:ext>
                </a:extLst>
              </p:cNvPr>
              <p:cNvSpPr/>
              <p:nvPr/>
            </p:nvSpPr>
            <p:spPr>
              <a:xfrm>
                <a:off x="2932061" y="3440550"/>
                <a:ext cx="1469190" cy="1619307"/>
              </a:xfrm>
              <a:prstGeom prst="parallelogram">
                <a:avLst>
                  <a:gd name="adj" fmla="val 63736"/>
                </a:avLst>
              </a:prstGeom>
              <a:solidFill>
                <a:srgbClr val="DADADA"/>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sp>
            <p:nvSpPr>
              <p:cNvPr id="37" name="Parallelogram 36">
                <a:extLst>
                  <a:ext uri="{FF2B5EF4-FFF2-40B4-BE49-F238E27FC236}">
                    <a16:creationId xmlns:a16="http://schemas.microsoft.com/office/drawing/2014/main" id="{599CA6A4-69AA-4785-96DF-2742AF995D43}"/>
                  </a:ext>
                </a:extLst>
              </p:cNvPr>
              <p:cNvSpPr/>
              <p:nvPr/>
            </p:nvSpPr>
            <p:spPr>
              <a:xfrm rot="1806280">
                <a:off x="3301980" y="3295420"/>
                <a:ext cx="52437" cy="1900871"/>
              </a:xfrm>
              <a:custGeom>
                <a:avLst/>
                <a:gdLst>
                  <a:gd name="connsiteX0" fmla="*/ 0 w 50502"/>
                  <a:gd name="connsiteY0" fmla="*/ 1852216 h 1852216"/>
                  <a:gd name="connsiteX1" fmla="*/ 0 w 50502"/>
                  <a:gd name="connsiteY1" fmla="*/ 0 h 1852216"/>
                  <a:gd name="connsiteX2" fmla="*/ 50502 w 50502"/>
                  <a:gd name="connsiteY2" fmla="*/ 0 h 1852216"/>
                  <a:gd name="connsiteX3" fmla="*/ 50502 w 50502"/>
                  <a:gd name="connsiteY3" fmla="*/ 1852216 h 1852216"/>
                  <a:gd name="connsiteX4" fmla="*/ 0 w 50502"/>
                  <a:gd name="connsiteY4" fmla="*/ 1852216 h 1852216"/>
                  <a:gd name="connsiteX0" fmla="*/ 1935 w 52437"/>
                  <a:gd name="connsiteY0" fmla="*/ 1852216 h 1852216"/>
                  <a:gd name="connsiteX1" fmla="*/ 0 w 52437"/>
                  <a:gd name="connsiteY1" fmla="*/ 25684 h 1852216"/>
                  <a:gd name="connsiteX2" fmla="*/ 52437 w 52437"/>
                  <a:gd name="connsiteY2" fmla="*/ 0 h 1852216"/>
                  <a:gd name="connsiteX3" fmla="*/ 52437 w 52437"/>
                  <a:gd name="connsiteY3" fmla="*/ 1852216 h 1852216"/>
                  <a:gd name="connsiteX4" fmla="*/ 1935 w 52437"/>
                  <a:gd name="connsiteY4" fmla="*/ 1852216 h 1852216"/>
                  <a:gd name="connsiteX0" fmla="*/ 2335 w 52437"/>
                  <a:gd name="connsiteY0" fmla="*/ 1882050 h 1882050"/>
                  <a:gd name="connsiteX1" fmla="*/ 0 w 52437"/>
                  <a:gd name="connsiteY1" fmla="*/ 25684 h 1882050"/>
                  <a:gd name="connsiteX2" fmla="*/ 52437 w 52437"/>
                  <a:gd name="connsiteY2" fmla="*/ 0 h 1882050"/>
                  <a:gd name="connsiteX3" fmla="*/ 52437 w 52437"/>
                  <a:gd name="connsiteY3" fmla="*/ 1852216 h 1882050"/>
                  <a:gd name="connsiteX4" fmla="*/ 2335 w 52437"/>
                  <a:gd name="connsiteY4" fmla="*/ 1882050 h 1882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37" h="1882050">
                    <a:moveTo>
                      <a:pt x="2335" y="1882050"/>
                    </a:moveTo>
                    <a:cubicBezTo>
                      <a:pt x="1557" y="1263261"/>
                      <a:pt x="778" y="644473"/>
                      <a:pt x="0" y="25684"/>
                    </a:cubicBezTo>
                    <a:lnTo>
                      <a:pt x="52437" y="0"/>
                    </a:lnTo>
                    <a:lnTo>
                      <a:pt x="52437" y="1852216"/>
                    </a:lnTo>
                    <a:lnTo>
                      <a:pt x="2335" y="1882050"/>
                    </a:lnTo>
                    <a:close/>
                  </a:path>
                </a:pathLst>
              </a:custGeom>
              <a:solidFill>
                <a:srgbClr val="DADADA"/>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pic>
          <p:nvPicPr>
            <p:cNvPr id="39" name="Picture 38" descr="A person wearing a suit and tie smiling at the camera&#10;&#10;Description automatically generated">
              <a:extLst>
                <a:ext uri="{FF2B5EF4-FFF2-40B4-BE49-F238E27FC236}">
                  <a16:creationId xmlns:a16="http://schemas.microsoft.com/office/drawing/2014/main" id="{9A3C3EB6-1EBD-4FD0-A135-40F3405089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62" t="240" r="37207" b="-240"/>
            <a:stretch/>
          </p:blipFill>
          <p:spPr>
            <a:xfrm>
              <a:off x="3424814" y="3302721"/>
              <a:ext cx="1111428" cy="1826398"/>
            </a:xfrm>
            <a:prstGeom prst="rect">
              <a:avLst/>
            </a:prstGeom>
          </p:spPr>
        </p:pic>
      </p:grpSp>
    </p:spTree>
    <p:extLst>
      <p:ext uri="{BB962C8B-B14F-4D97-AF65-F5344CB8AC3E}">
        <p14:creationId xmlns:p14="http://schemas.microsoft.com/office/powerpoint/2010/main" val="3697235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3636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Questions</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Auswahl</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H.</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4242658"/>
                  </a:ext>
                </a:extLst>
              </a:tr>
            </a:tbl>
          </a:graphicData>
        </a:graphic>
      </p:graphicFrame>
    </p:spTree>
    <p:extLst>
      <p:ext uri="{BB962C8B-B14F-4D97-AF65-F5344CB8AC3E}">
        <p14:creationId xmlns:p14="http://schemas.microsoft.com/office/powerpoint/2010/main" val="38967769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_AUDIO_DECODED" val="1"/>
  <p:tag name="ARTICULATE_PRESENTATION_ID" val="12180"/>
  <p:tag name="ENGAGE_TAB_COUNT" val="1"/>
  <p:tag name="ARTICULATE_REFERENCE_COUNT" val="2"/>
  <p:tag name="ARTICULATE_REFERENCE_TYPE_1" val="0"/>
  <p:tag name="ARTICULATE_REFERENCE_TITLE_1" val="IASA - IT Architecture Glossary"/>
  <p:tag name="ARTICULATE_REFERENCE_1" val="http://www.iasahome.org/web/home/ITarchitecture/Glossary"/>
  <p:tag name="ARTICULATE_REFERENCE_TYPE_2" val="0"/>
  <p:tag name="ARTICULATE_REFERENCE_TITLE_2" val="IASA - IT Architect Skills Library"/>
  <p:tag name="ARTICULATE_REFERENCE_2" val="http://www.iasahome.org/web/home/skillset"/>
  <p:tag name="ART_ENCODE_TYPE" val="2"/>
  <p:tag name="ART_ENCODE_INDEX" val="1"/>
  <p:tag name="PLAYERLOGOHEIGHT" val="70"/>
  <p:tag name="PLAYERLOGOWIDTH" val="244"/>
  <p:tag name="PUBLISH_TITLE" val="RAS_Module1_Intro"/>
  <p:tag name="ARTICULATE_PUBLISH_PATH" val="C:\Users\ellenb\Documents\Articulate Presenter"/>
  <p:tag name="ARTICULATE_LOGO" val="logopanel.swf"/>
  <p:tag name="ARTICULATE_PRESENTER" val="(Use slide-level presenters)"/>
  <p:tag name="ARTICULATE_PRESENTER_GUID" val="-1"/>
  <p:tag name="ARTICULATE_LMS" val="0"/>
  <p:tag name="LAUNCHINNEWWINDOW" val="0"/>
  <p:tag name="LASTPUBLISHED" val="C:\Users\ellenb\Documents\Articulate Presenter\RAS_Module1_Intro\player.html"/>
  <p:tag name="ENGAGE_INTERACTION_TITLE_1" val="About The Course"/>
  <p:tag name="ENGAGE_INTERACTION_FILENAME_1" val="C:\Documents and Settings\Colin\My Documents\My Articulate Projects\IASA\Prototype\About This Course.intr"/>
  <p:tag name="ENGAGE_INTERACTION_PAUSE_1" val="1"/>
  <p:tag name="ENGAGE_INTERACTION_ID_1" val="56142"/>
  <p:tag name="ENGAGE_INTERACTION_TABNAME_1" val="ABOUT THE COURSE"/>
  <p:tag name="ENGAGE_LAST_MODIFY_DATE_1" val="39436.7253587963"/>
  <p:tag name="LMS_PUBLISH" val="No"/>
  <p:tag name="ARTICULATE_TEMPLATE" val="Corporate Communications"/>
  <p:tag name="ENGAGE_INTERACTION_GUID_1" val="c136f20a-976f-4194-a0fe-05e6fa88e8bc"/>
  <p:tag name="PRESENTER_PREVIEW_MODE" val="0"/>
  <p:tag name="ARTICULATE_PROJECT_CHECK" val="0"/>
  <p:tag name="PRESENTATION_PLAYLIST_COUNT" val="0"/>
  <p:tag name="PRESENTATION_PRESENTER_SLIDE_LEVEL" val="0"/>
  <p:tag name="ARTICULATE_PRESENTER_VERSION" val="6"/>
  <p:tag name="ARTICULATE_PROJECT_OPEN" val="0"/>
</p:tagLst>
</file>

<file path=ppt/theme/theme1.xml><?xml version="1.0" encoding="utf-8"?>
<a:theme xmlns:a="http://schemas.openxmlformats.org/drawingml/2006/main" name="Office Theme">
  <a:themeElements>
    <a:clrScheme name="Albion">
      <a:dk1>
        <a:sysClr val="windowText" lastClr="000000"/>
      </a:dk1>
      <a:lt1>
        <a:sysClr val="window" lastClr="FFFFFF"/>
      </a:lt1>
      <a:dk2>
        <a:srgbClr val="0055D2"/>
      </a:dk2>
      <a:lt2>
        <a:srgbClr val="9FE8FF"/>
      </a:lt2>
      <a:accent1>
        <a:srgbClr val="0016DC"/>
      </a:accent1>
      <a:accent2>
        <a:srgbClr val="00CCFF"/>
      </a:accent2>
      <a:accent3>
        <a:srgbClr val="FFFFF5"/>
      </a:accent3>
      <a:accent4>
        <a:srgbClr val="94F5FA"/>
      </a:accent4>
      <a:accent5>
        <a:srgbClr val="FFCCCC"/>
      </a:accent5>
      <a:accent6>
        <a:srgbClr val="CCFFCC"/>
      </a:accent6>
      <a:hlink>
        <a:srgbClr val="003CD2"/>
      </a:hlink>
      <a:folHlink>
        <a:srgbClr val="87A9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502020204030204"/>
        <a:ea typeface=""/>
        <a:cs typeface=""/>
        <a:font script="Jpan" typeface="游ゴシック"/>
        <a:font script="Hang" typeface="맑은 고딕"/>
        <a:font script="Hans" typeface="等线"/>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Albion">
      <a:dk1>
        <a:sysClr val="windowText" lastClr="000000"/>
      </a:dk1>
      <a:lt1>
        <a:sysClr val="window" lastClr="FFFFFF"/>
      </a:lt1>
      <a:dk2>
        <a:srgbClr val="0055D2"/>
      </a:dk2>
      <a:lt2>
        <a:srgbClr val="9FE8FF"/>
      </a:lt2>
      <a:accent1>
        <a:srgbClr val="0016DC"/>
      </a:accent1>
      <a:accent2>
        <a:srgbClr val="00CCFF"/>
      </a:accent2>
      <a:accent3>
        <a:srgbClr val="FFFFCC"/>
      </a:accent3>
      <a:accent4>
        <a:srgbClr val="94F5FA"/>
      </a:accent4>
      <a:accent5>
        <a:srgbClr val="FFCCCC"/>
      </a:accent5>
      <a:accent6>
        <a:srgbClr val="CCFFCC"/>
      </a:accent6>
      <a:hlink>
        <a:srgbClr val="003CD2"/>
      </a:hlink>
      <a:folHlink>
        <a:srgbClr val="87A9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502020204030204"/>
        <a:ea typeface=""/>
        <a:cs typeface=""/>
        <a:font script="Jpan" typeface="游ゴシック"/>
        <a:font script="Hang" typeface="맑은 고딕"/>
        <a:font script="Hans" typeface="等线"/>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Light"/>
        <a:ea typeface=""/>
        <a:cs typeface=""/>
        <a:font script="Jpan" typeface="ＭＳ Ｐゴシック"/>
        <a:font script="Hang" typeface="맑은 고딕"/>
        <a:font script="Hans" typeface="宋体"/>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Light"/>
        <a:ea typeface=""/>
        <a:cs typeface=""/>
        <a:font script="Jpan" typeface="ＭＳ Ｐゴシック"/>
        <a:font script="Hang" typeface="맑은 고딕"/>
        <a:font script="Hans" typeface="宋体"/>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TotalTime>
  <Words>3908</Words>
  <Application>Microsoft Office PowerPoint</Application>
  <PresentationFormat>A4 Paper (210x297 mm)</PresentationFormat>
  <Paragraphs>1332</Paragraphs>
  <Slides>51</Slides>
  <Notes>11</Notes>
  <HiddenSlides>1</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51</vt:i4>
      </vt:variant>
    </vt:vector>
  </HeadingPairs>
  <TitlesOfParts>
    <vt:vector size="59" baseType="lpstr">
      <vt:lpstr>Arial</vt:lpstr>
      <vt:lpstr>Calibri</vt:lpstr>
      <vt:lpstr>Calibri Light</vt:lpstr>
      <vt:lpstr>Wingdings</vt:lpstr>
      <vt:lpstr>Wingdings 2</vt:lpstr>
      <vt:lpstr>Office Theme</vt:lpstr>
      <vt:lpstr>1_Office Theme</vt:lpstr>
      <vt:lpstr>Custom Design</vt:lpstr>
      <vt:lpstr>iSAQB CPSA-Foundation</vt:lpstr>
      <vt:lpstr>Agenda</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Agenda</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vector>
  </TitlesOfParts>
  <Company>Albion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Albion</dc:title>
  <dc:subject/>
  <dc:creator>Roger E. Rhoades</dc:creator>
  <cp:keywords/>
  <cp:lastModifiedBy>Roger Rhoades</cp:lastModifiedBy>
  <cp:revision>2</cp:revision>
  <cp:lastPrinted>2018-01-13T17:21:59Z</cp:lastPrinted>
  <dcterms:created xsi:type="dcterms:W3CDTF">2010-01-13T02:34:13Z</dcterms:created>
  <dcterms:modified xsi:type="dcterms:W3CDTF">2025-04-03T10:37:08Z</dcterms:modified>
  <cp:contentStatus>Final</cp:contentStatus>
</cp:coreProperties>
</file>